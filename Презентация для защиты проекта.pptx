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92" r:id="rId3"/>
  </p:sldMasterIdLst>
  <p:sldIdLst>
    <p:sldId id="261" r:id="rId4"/>
    <p:sldId id="257" r:id="rId5"/>
    <p:sldId id="262" r:id="rId6"/>
    <p:sldId id="259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0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04065C-D315-B7C2-92B3-71178603C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A98CCE8-D4A6-B64F-A81F-648A68AA0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E7F2D0-4C2C-DFD6-163D-966CE54A6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186B9-7180-7375-E2C7-5F726930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4E9CBB-5459-F1A4-09A0-A21ED2CA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857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B31C0-9903-D391-BAE5-366C7BCC4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3C4B9C3-CA23-8119-137C-129E2844F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18CB713-BC9A-5B8C-2989-89508CE4E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E81DB79-429D-C4A8-8AD1-EDC48945C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4AD50C-A916-B932-9831-5BB4F26C1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54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9AE0E-0AC6-ADE1-891C-B8DBE4948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3E7C62-C523-2B96-31B9-066FBB312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2D5A03-4FDB-182F-88BF-7654F4F51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FDFD2D-826A-CAAC-E7EB-2074B211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A6D73-883C-E9A2-F64C-88DE1EF4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839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DA5F3-4DC5-D4E9-D273-5B6FEC522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00D2D-A9FF-3592-D81B-C99E601735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290DE27-378D-7A1B-9ECE-4779C882F7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D0A776-F9D4-6544-25E1-0BDAA7860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939335-9552-740D-7CB7-E7984CD1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10F9431-4314-4877-7AA5-D135419A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9925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AF60AE-AA1A-BC53-15F0-018789F4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EB3CD96-718F-C8A1-9DF9-D14DDA255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9E3BCA9-2F37-5B3A-210E-36CCD39D6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C6C343-5EB9-8215-0F7E-563EE5730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EA5B470-212F-CBDF-47E1-1AD11803D3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655220-B1EF-108E-A270-B817F9E21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05D3FBE-0C20-5274-C68D-80C5ADC5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E8C489-1879-AD92-D9E7-F0956C8A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9855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00A3A-2DAA-E9E9-C044-46D91D1B7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65FA92E-B983-64DE-2BE0-05D7C549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9FD92AA-FAE3-8447-B54D-8A276256B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7C3E68-A801-BE3C-C8A7-042530CEF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6718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D8C643B-5A57-8B68-8BF3-94E21B33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D7BF842-78FC-C375-A7DA-1A5CB0F46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82BB11-0249-27EA-C352-03F4CCFF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910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7A03EA-F705-DE13-BAFE-972C0C072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71376-A5F7-C575-59B3-98BBE4EB9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51651B0-0FE9-0F89-6A98-D664D5F544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9F81BB-716A-C9E1-DE81-1E28A78DD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340DE2-A7A0-39FE-E522-146737612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763B7AC-0EDF-C2F8-6045-EF92854B4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497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379B26-8704-304A-710E-BBC7960CA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4F405CD-15A2-7850-0ADF-DA1AF0C57E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8F9B68A-7324-5121-6E44-780EFBEC38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96E615B-950B-2090-8A58-A2E700A82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E8110B-617E-B914-C156-2A781D952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AA08932-0A35-46F2-2347-8399048F8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73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C41875-4D1D-EBD1-B203-122CABC12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6224D24-A7AD-F29D-AA1E-0EEE4E01A9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60A9FD-94FC-7B7E-2C00-BB6E8EB27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5BC2976-3B43-6A81-D330-9F07F6398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1C49EA6-3973-0F0B-8110-12FA37371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3377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4E265A-1E7D-B964-CA28-A2B424F5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AA5997-7686-9FA6-D4A7-3C08F55DF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560D5F-4107-D991-4B73-F2B2EB392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15BC50-EF03-F992-7F6F-37089A5DB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2410F93-7BE6-26E2-846D-C4F629A3D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3290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/>
          <p:cNvSpPr/>
          <p:nvPr userDrawn="1"/>
        </p:nvSpPr>
        <p:spPr>
          <a:xfrm>
            <a:off x="1" y="0"/>
            <a:ext cx="1221550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3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352811" y="2858519"/>
            <a:ext cx="9045640" cy="16017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24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352811" y="4679019"/>
            <a:ext cx="9045640" cy="651625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pic>
        <p:nvPicPr>
          <p:cNvPr id="28" name="Рисунок 2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202" y="764790"/>
            <a:ext cx="1583572" cy="1187679"/>
          </a:xfrm>
          <a:prstGeom prst="rect">
            <a:avLst/>
          </a:prstGeom>
        </p:spPr>
      </p:pic>
      <p:sp>
        <p:nvSpPr>
          <p:cNvPr id="29" name="Прямоугольник 28"/>
          <p:cNvSpPr/>
          <p:nvPr userDrawn="1"/>
        </p:nvSpPr>
        <p:spPr>
          <a:xfrm>
            <a:off x="992202" y="2559029"/>
            <a:ext cx="139628" cy="270790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0" name="Прямоугольник 29"/>
          <p:cNvSpPr/>
          <p:nvPr userDrawn="1"/>
        </p:nvSpPr>
        <p:spPr>
          <a:xfrm>
            <a:off x="9721757" y="229032"/>
            <a:ext cx="882784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1" name="Прямоугольник 30"/>
          <p:cNvSpPr/>
          <p:nvPr userDrawn="1"/>
        </p:nvSpPr>
        <p:spPr>
          <a:xfrm>
            <a:off x="10585067" y="-28046"/>
            <a:ext cx="163043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2" name="Прямоугольник 31"/>
          <p:cNvSpPr/>
          <p:nvPr userDrawn="1"/>
        </p:nvSpPr>
        <p:spPr>
          <a:xfrm>
            <a:off x="10056150" y="644154"/>
            <a:ext cx="1272417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3" name="Прямоугольник 32"/>
          <p:cNvSpPr/>
          <p:nvPr userDrawn="1"/>
        </p:nvSpPr>
        <p:spPr>
          <a:xfrm>
            <a:off x="10802782" y="5169133"/>
            <a:ext cx="1412724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4" name="Прямоугольник 33"/>
          <p:cNvSpPr/>
          <p:nvPr userDrawn="1"/>
        </p:nvSpPr>
        <p:spPr>
          <a:xfrm>
            <a:off x="11204695" y="4646865"/>
            <a:ext cx="764904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5" name="Прямоугольник 34"/>
          <p:cNvSpPr/>
          <p:nvPr userDrawn="1"/>
        </p:nvSpPr>
        <p:spPr>
          <a:xfrm>
            <a:off x="10400393" y="5664687"/>
            <a:ext cx="1324024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6" name="Прямоугольник 35"/>
          <p:cNvSpPr/>
          <p:nvPr userDrawn="1"/>
        </p:nvSpPr>
        <p:spPr>
          <a:xfrm>
            <a:off x="9358707" y="3948216"/>
            <a:ext cx="793736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7" name="Прямоугольник 36"/>
          <p:cNvSpPr/>
          <p:nvPr userDrawn="1"/>
        </p:nvSpPr>
        <p:spPr>
          <a:xfrm>
            <a:off x="9906434" y="3754568"/>
            <a:ext cx="492017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8" name="Прямоугольник 37"/>
          <p:cNvSpPr/>
          <p:nvPr userDrawn="1"/>
        </p:nvSpPr>
        <p:spPr>
          <a:xfrm>
            <a:off x="11017126" y="2514070"/>
            <a:ext cx="492017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9" name="Прямоугольник 38"/>
          <p:cNvSpPr/>
          <p:nvPr userDrawn="1"/>
        </p:nvSpPr>
        <p:spPr>
          <a:xfrm>
            <a:off x="500185" y="5969054"/>
            <a:ext cx="492017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40" name="Прямоугольник 39"/>
          <p:cNvSpPr/>
          <p:nvPr userDrawn="1"/>
        </p:nvSpPr>
        <p:spPr>
          <a:xfrm>
            <a:off x="10048704" y="6094197"/>
            <a:ext cx="492017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41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4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97011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2"/>
            <a:ext cx="10515600" cy="427450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8416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5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5"/>
            <a:ext cx="4857751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4" y="3037419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5" y="3037419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0" y="0"/>
            <a:ext cx="2257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427096" y="524934"/>
            <a:ext cx="764904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0568306" y="229763"/>
            <a:ext cx="374981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404119" y="5913315"/>
            <a:ext cx="517883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0622092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6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3" y="1580887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2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6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228148" y="743936"/>
            <a:ext cx="764904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5897946" y="287616"/>
            <a:ext cx="492017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645459" y="4884739"/>
            <a:ext cx="192741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3852696" y="4884739"/>
            <a:ext cx="192741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7046259" y="4884739"/>
            <a:ext cx="192741" cy="1517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5249434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90"/>
            <a:ext cx="4857751" cy="2852737"/>
          </a:xfrm>
        </p:spPr>
        <p:txBody>
          <a:bodyPr anchor="b"/>
          <a:lstStyle>
            <a:lvl1pPr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5"/>
            <a:ext cx="4857751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3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8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3892171" y="299372"/>
            <a:ext cx="722955" cy="56908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4615127" y="0"/>
            <a:ext cx="1335245" cy="105105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094105" y="714494"/>
            <a:ext cx="1042044" cy="82025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12024176" y="6191484"/>
            <a:ext cx="402937" cy="31717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1352467" y="6288920"/>
            <a:ext cx="722955" cy="56908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8912282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1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9"/>
            <a:ext cx="5960535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5"/>
            <a:ext cx="5960535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401"/>
            <a:ext cx="5960535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9" y="795339"/>
            <a:ext cx="2082800" cy="1591733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9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9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9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2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5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83869" y="5793358"/>
            <a:ext cx="1059543" cy="7956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806941" y="6426000"/>
            <a:ext cx="573679" cy="432000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30" y="4470134"/>
            <a:ext cx="595303" cy="4464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2772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558949" y="5399733"/>
            <a:ext cx="884321" cy="662400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1570745516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8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80" y="2795196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4931802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7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3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5" y="6176963"/>
            <a:ext cx="406879" cy="3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1" y="6047468"/>
            <a:ext cx="246763" cy="1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1084105" y="230190"/>
            <a:ext cx="520539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3846076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7"/>
            <a:ext cx="7315200" cy="1325563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3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31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2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7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8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500" b="0"/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0965" y="6176963"/>
            <a:ext cx="406879" cy="30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658461" y="6047468"/>
            <a:ext cx="246763" cy="183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084105" y="230190"/>
            <a:ext cx="520539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</p:spTree>
    <p:extLst>
      <p:ext uri="{BB962C8B-B14F-4D97-AF65-F5344CB8AC3E}">
        <p14:creationId xmlns:p14="http://schemas.microsoft.com/office/powerpoint/2010/main" val="953260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1" y="2177145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7" y="2177145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1" y="3670644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4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725103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1" y="2177145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3" y="2177145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4" y="2177144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8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701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3" y="2846730"/>
            <a:ext cx="26000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3" y="3670644"/>
            <a:ext cx="2600099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4"/>
            <a:ext cx="2600099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81"/>
            <a:ext cx="2600099" cy="2904329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+mj-lt"/>
              <a:buNone/>
              <a:defRPr sz="1400"/>
            </a:lvl1pPr>
            <a:lvl2pPr marL="457200" indent="0">
              <a:lnSpc>
                <a:spcPct val="100000"/>
              </a:lnSpc>
              <a:buFont typeface="+mj-lt"/>
              <a:buNone/>
              <a:defRPr sz="1200"/>
            </a:lvl2pPr>
            <a:lvl3pPr marL="914400" indent="0">
              <a:lnSpc>
                <a:spcPct val="100000"/>
              </a:lnSpc>
              <a:buFont typeface="+mj-lt"/>
              <a:buNone/>
              <a:defRPr sz="1050"/>
            </a:lvl3pPr>
            <a:lvl4pPr marL="1371600" indent="0">
              <a:lnSpc>
                <a:spcPct val="100000"/>
              </a:lnSpc>
              <a:buFont typeface="+mj-lt"/>
              <a:buNone/>
              <a:defRPr sz="900"/>
            </a:lvl4pPr>
            <a:lvl5pPr marL="1828800" indent="0">
              <a:lnSpc>
                <a:spcPct val="100000"/>
              </a:lnSpc>
              <a:buFont typeface="+mj-lt"/>
              <a:buNone/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922114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3" y="2177145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8" y="2177145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81" y="2177144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6" y="1937433"/>
            <a:ext cx="100291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2" y="1882894"/>
            <a:ext cx="100291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8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8" y="3670644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8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8" y="3670644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6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6" y="3667581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7" y="2177144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8" y="1882894"/>
            <a:ext cx="1002919" cy="752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2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2" y="3667581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06578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1" y="2177145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4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7" y="2177145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849154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1" y="2177145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90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3" y="2177145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4" y="2177144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3" y="2180205"/>
            <a:ext cx="26000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3" y="3167178"/>
            <a:ext cx="2600099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9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9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lnSpc>
                <a:spcPct val="100000"/>
              </a:lnSpc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531367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3" y="2177145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90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8" y="2177145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81" y="2177144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8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8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8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8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6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6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7" y="2177144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2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2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350"/>
            </a:lvl1pPr>
            <a:lvl2pPr>
              <a:lnSpc>
                <a:spcPct val="100000"/>
              </a:lnSpc>
              <a:defRPr sz="1200"/>
            </a:lvl2pPr>
            <a:lvl3pPr>
              <a:lnSpc>
                <a:spcPct val="100000"/>
              </a:lnSpc>
              <a:defRPr sz="1050"/>
            </a:lvl3pPr>
            <a:lvl4pPr>
              <a:lnSpc>
                <a:spcPct val="100000"/>
              </a:lnSpc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9938053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5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4" y="3037419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5" y="3037419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3" y="2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0" y="0"/>
            <a:ext cx="22577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529405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8" y="992189"/>
            <a:ext cx="4991327" cy="4873625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1" y="696687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531513" y="684668"/>
            <a:ext cx="520539" cy="3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64841" y="375784"/>
            <a:ext cx="294303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8" y="6173333"/>
            <a:ext cx="294303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23935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1" y="1891052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1" y="565490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7" y="2195851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2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1" y="2195851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7" y="1929038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3" y="2233836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06760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5" y="2548392"/>
            <a:ext cx="3207656" cy="16002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5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9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8" y="457202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07002" y="2705712"/>
            <a:ext cx="294303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0779277" y="3246725"/>
            <a:ext cx="1412724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81189" y="2724457"/>
            <a:ext cx="764904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9379766" y="3756936"/>
            <a:ext cx="492017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8552118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5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798746" y="1016000"/>
            <a:ext cx="6643997" cy="48097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910025" y="1149010"/>
            <a:ext cx="6421439" cy="4596952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5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350"/>
            </a:lvl1pPr>
            <a:lvl2pPr marL="342900" indent="0">
              <a:buNone/>
              <a:defRPr sz="1200"/>
            </a:lvl2pPr>
            <a:lvl3pPr marL="685800" indent="0">
              <a:buNone/>
              <a:defRPr sz="1050"/>
            </a:lvl3pPr>
            <a:lvl4pPr marL="1028700" indent="0">
              <a:buNone/>
              <a:defRPr sz="900"/>
            </a:lvl4pPr>
            <a:lvl5pPr>
              <a:defRPr sz="9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/>
          <p:cNvSpPr>
            <a:spLocks noGrp="1"/>
          </p:cNvSpPr>
          <p:nvPr>
            <p:ph type="title"/>
          </p:nvPr>
        </p:nvSpPr>
        <p:spPr>
          <a:xfrm>
            <a:off x="622075" y="2548392"/>
            <a:ext cx="3207656" cy="160020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307002" y="2705712"/>
            <a:ext cx="294303" cy="21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779278" y="5745962"/>
            <a:ext cx="1412724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181191" y="5223694"/>
            <a:ext cx="764904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9379768" y="6256173"/>
            <a:ext cx="492017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6768603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7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3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7" y="2278744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2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33230" y="323744"/>
            <a:ext cx="392404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300889" y="0"/>
            <a:ext cx="595647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31019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5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7" y="2993876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1" y="2993876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5" y="2993876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3" y="2993876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1" y="5326934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9" y="5326934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7" y="5326934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9906121" y="718317"/>
            <a:ext cx="616556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10725226" y="1311096"/>
            <a:ext cx="446445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1231" y="5713698"/>
            <a:ext cx="446445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32317442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3" y="2946403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4" y="2061031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560011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 rot="5400000">
            <a:off x="211589" y="5586872"/>
            <a:ext cx="1059543" cy="148271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4" name="Прямоугольник 13"/>
          <p:cNvSpPr/>
          <p:nvPr userDrawn="1"/>
        </p:nvSpPr>
        <p:spPr>
          <a:xfrm rot="5400000">
            <a:off x="1254530" y="5957343"/>
            <a:ext cx="573678" cy="8028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5" name="Прямоугольник 14"/>
          <p:cNvSpPr/>
          <p:nvPr userDrawn="1"/>
        </p:nvSpPr>
        <p:spPr>
          <a:xfrm rot="5400000">
            <a:off x="672327" y="4844580"/>
            <a:ext cx="369013" cy="51639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8583399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4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30" y="4038337"/>
            <a:ext cx="653143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775001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6" y="4038337"/>
            <a:ext cx="653143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775001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2" y="4038337"/>
            <a:ext cx="653143" cy="48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775001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352282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4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5" y="944012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4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2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1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500"/>
            </a:lvl4pPr>
            <a:lvl5pPr>
              <a:lnSpc>
                <a:spcPct val="100000"/>
              </a:lnSpc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80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1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992063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2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3" y="1156204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4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3" y="377603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18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18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6" y="2039936"/>
            <a:ext cx="3650668" cy="2051579"/>
          </a:xfrm>
          <a:prstGeom prst="rect">
            <a:avLst/>
          </a:prstGeom>
        </p:spPr>
        <p:txBody>
          <a:bodyPr vert="horz" lIns="68580" tIns="34290" rIns="68580" bIns="3429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sz="3300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884140" y="6255899"/>
            <a:ext cx="764904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553938" y="5799579"/>
            <a:ext cx="492017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2328794" y="638413"/>
            <a:ext cx="313733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41193020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56001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grpSp>
        <p:nvGrpSpPr>
          <p:cNvPr id="2" name="Группа 1"/>
          <p:cNvGrpSpPr/>
          <p:nvPr userDrawn="1"/>
        </p:nvGrpSpPr>
        <p:grpSpPr>
          <a:xfrm>
            <a:off x="1231145" y="2625079"/>
            <a:ext cx="9729713" cy="1800000"/>
            <a:chOff x="1020860" y="460581"/>
            <a:chExt cx="7297285" cy="1800000"/>
          </a:xfrm>
        </p:grpSpPr>
        <p:sp>
          <p:nvSpPr>
            <p:cNvPr id="11" name="Прямоугольник 10"/>
            <p:cNvSpPr/>
            <p:nvPr userDrawn="1"/>
          </p:nvSpPr>
          <p:spPr>
            <a:xfrm>
              <a:off x="1020860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15" name="Прямоугольник 14"/>
            <p:cNvSpPr/>
            <p:nvPr userDrawn="1"/>
          </p:nvSpPr>
          <p:spPr>
            <a:xfrm>
              <a:off x="3769503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  <p:sp>
          <p:nvSpPr>
            <p:cNvPr id="22" name="Прямоугольник 21"/>
            <p:cNvSpPr/>
            <p:nvPr userDrawn="1"/>
          </p:nvSpPr>
          <p:spPr>
            <a:xfrm>
              <a:off x="6518145" y="460581"/>
              <a:ext cx="1800000" cy="180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 rot="5400000">
            <a:off x="211587" y="5586870"/>
            <a:ext cx="1059543" cy="148271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6" name="Прямоугольник 25"/>
          <p:cNvSpPr/>
          <p:nvPr userDrawn="1"/>
        </p:nvSpPr>
        <p:spPr>
          <a:xfrm rot="5400000">
            <a:off x="1254529" y="5768655"/>
            <a:ext cx="573678" cy="8028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7" name="Прямоугольник 26"/>
          <p:cNvSpPr/>
          <p:nvPr userDrawn="1"/>
        </p:nvSpPr>
        <p:spPr>
          <a:xfrm rot="5400000">
            <a:off x="227986" y="4408998"/>
            <a:ext cx="369013" cy="51639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8" name="Прямоугольник 27"/>
          <p:cNvSpPr/>
          <p:nvPr userDrawn="1"/>
        </p:nvSpPr>
        <p:spPr>
          <a:xfrm rot="5400000">
            <a:off x="10428739" y="-410967"/>
            <a:ext cx="1059543" cy="148271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29" name="Прямоугольник 28"/>
          <p:cNvSpPr/>
          <p:nvPr userDrawn="1"/>
        </p:nvSpPr>
        <p:spPr>
          <a:xfrm rot="5400000">
            <a:off x="11503760" y="458765"/>
            <a:ext cx="573678" cy="8028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17673820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231145" y="2625080"/>
            <a:ext cx="2398932" cy="18000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4894932" y="2627843"/>
            <a:ext cx="2401069" cy="1797237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560857" y="2625079"/>
            <a:ext cx="2400000" cy="1800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2" name="Заголовок 1"/>
          <p:cNvSpPr>
            <a:spLocks noGrp="1"/>
          </p:cNvSpPr>
          <p:nvPr>
            <p:ph type="title"/>
          </p:nvPr>
        </p:nvSpPr>
        <p:spPr>
          <a:xfrm>
            <a:off x="596674" y="56001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33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2"/>
          <p:cNvSpPr>
            <a:spLocks noGrp="1"/>
          </p:cNvSpPr>
          <p:nvPr>
            <p:ph type="body" idx="1"/>
          </p:nvPr>
        </p:nvSpPr>
        <p:spPr>
          <a:xfrm>
            <a:off x="1112255" y="464461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8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Прямоугольник 33"/>
          <p:cNvSpPr/>
          <p:nvPr userDrawn="1"/>
        </p:nvSpPr>
        <p:spPr>
          <a:xfrm rot="5400000">
            <a:off x="211587" y="5586870"/>
            <a:ext cx="1059543" cy="148271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5" name="Прямоугольник 34"/>
          <p:cNvSpPr/>
          <p:nvPr userDrawn="1"/>
        </p:nvSpPr>
        <p:spPr>
          <a:xfrm rot="5400000">
            <a:off x="1254529" y="5768655"/>
            <a:ext cx="573678" cy="8028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6" name="Прямоугольник 35"/>
          <p:cNvSpPr/>
          <p:nvPr userDrawn="1"/>
        </p:nvSpPr>
        <p:spPr>
          <a:xfrm rot="5400000">
            <a:off x="227986" y="4408998"/>
            <a:ext cx="369013" cy="51639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7" name="Прямоугольник 36"/>
          <p:cNvSpPr/>
          <p:nvPr userDrawn="1"/>
        </p:nvSpPr>
        <p:spPr>
          <a:xfrm rot="5400000">
            <a:off x="10428739" y="-410967"/>
            <a:ext cx="1059543" cy="1482717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  <p:sp>
        <p:nvSpPr>
          <p:cNvPr id="38" name="Прямоугольник 37"/>
          <p:cNvSpPr/>
          <p:nvPr userDrawn="1"/>
        </p:nvSpPr>
        <p:spPr>
          <a:xfrm rot="5400000">
            <a:off x="11503760" y="458765"/>
            <a:ext cx="573678" cy="8028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/>
          </a:p>
        </p:txBody>
      </p:sp>
    </p:spTree>
    <p:extLst>
      <p:ext uri="{BB962C8B-B14F-4D97-AF65-F5344CB8AC3E}">
        <p14:creationId xmlns:p14="http://schemas.microsoft.com/office/powerpoint/2010/main" val="264508334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537552" y="2648189"/>
            <a:ext cx="24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4891744" y="2648189"/>
            <a:ext cx="24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204323" y="2633674"/>
            <a:ext cx="2400000" cy="18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734183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4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4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4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327339" y="2784298"/>
            <a:ext cx="2400000" cy="18000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4992196" y="2784298"/>
            <a:ext cx="2400000" cy="180000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657053" y="2784298"/>
            <a:ext cx="2400000" cy="18000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882898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2"/>
            <a:ext cx="6110515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2"/>
            <a:ext cx="6081487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601"/>
            <a:ext cx="6110515" cy="3384400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3" y="3473601"/>
            <a:ext cx="6110515" cy="338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95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8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8" y="4439136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495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185066056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85416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1243208" y="2858518"/>
            <a:ext cx="9144000" cy="1668284"/>
          </a:xfrm>
        </p:spPr>
        <p:txBody>
          <a:bodyPr anchor="b"/>
          <a:lstStyle>
            <a:lvl1pPr algn="l">
              <a:lnSpc>
                <a:spcPct val="100000"/>
              </a:lnSpc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 err="1"/>
              <a:t>заголовок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1243208" y="4700789"/>
            <a:ext cx="9144000" cy="678712"/>
          </a:xfr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2400">
                <a:latin typeface="PermianSansTypeface" panose="020000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972751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1" y="764789"/>
            <a:ext cx="1237049" cy="1237049"/>
          </a:xfrm>
          <a:prstGeom prst="rect">
            <a:avLst/>
          </a:prstGeom>
        </p:spPr>
      </p:pic>
      <p:sp>
        <p:nvSpPr>
          <p:cNvPr id="10" name="Прямоугольник 9"/>
          <p:cNvSpPr/>
          <p:nvPr userDrawn="1"/>
        </p:nvSpPr>
        <p:spPr>
          <a:xfrm>
            <a:off x="972751" y="2559028"/>
            <a:ext cx="109074" cy="28204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0321689" y="22903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0969171" y="-28046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572483" y="64415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132457" y="5169133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1433892" y="4646864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830666" y="5664686"/>
            <a:ext cx="993018" cy="1042217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049401" y="3948216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0460196" y="3754568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11293215" y="2514070"/>
            <a:ext cx="369013" cy="387296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375138" y="596905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-181705" y="606648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566898" y="609419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172485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0" y="365124"/>
            <a:ext cx="12192000" cy="13255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3"/>
          </p:nvPr>
        </p:nvSpPr>
        <p:spPr>
          <a:xfrm>
            <a:off x="838200" y="1851660"/>
            <a:ext cx="10515600" cy="427450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17659505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11362" y="1375304"/>
            <a:ext cx="485775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618322" y="524933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974229" y="229763"/>
            <a:ext cx="281236" cy="29517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8402" y="5913315"/>
            <a:ext cx="388412" cy="4076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1175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Рисунок 6"/>
          <p:cNvSpPr>
            <a:spLocks noGrp="1"/>
          </p:cNvSpPr>
          <p:nvPr>
            <p:ph type="pic" sz="quarter" idx="13"/>
          </p:nvPr>
        </p:nvSpPr>
        <p:spPr>
          <a:xfrm>
            <a:off x="0" y="988484"/>
            <a:ext cx="8610600" cy="34141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7703132" y="1580885"/>
            <a:ext cx="3650668" cy="2051579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2"/>
          <p:cNvSpPr>
            <a:spLocks noGrp="1"/>
          </p:cNvSpPr>
          <p:nvPr>
            <p:ph type="body" idx="1"/>
          </p:nvPr>
        </p:nvSpPr>
        <p:spPr>
          <a:xfrm>
            <a:off x="838200" y="4847961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Текст 2"/>
          <p:cNvSpPr>
            <a:spLocks noGrp="1"/>
          </p:cNvSpPr>
          <p:nvPr>
            <p:ph type="body" idx="14"/>
          </p:nvPr>
        </p:nvSpPr>
        <p:spPr>
          <a:xfrm>
            <a:off x="4038600" y="484796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2"/>
          <p:cNvSpPr>
            <a:spLocks noGrp="1"/>
          </p:cNvSpPr>
          <p:nvPr>
            <p:ph type="body" idx="15"/>
          </p:nvPr>
        </p:nvSpPr>
        <p:spPr>
          <a:xfrm>
            <a:off x="7239000" y="4842934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24956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44945" y="674600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6597293" y="218281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8462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7046654" y="4834581"/>
            <a:ext cx="192346" cy="2018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57425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6311" y="2478088"/>
            <a:ext cx="4857750" cy="2852737"/>
          </a:xfrm>
        </p:spPr>
        <p:txBody>
          <a:bodyPr anchor="b"/>
          <a:lstStyle>
            <a:lvl1pPr>
              <a:lnSpc>
                <a:spcPct val="100000"/>
              </a:lnSpc>
              <a:defRPr sz="60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46311" y="5357813"/>
            <a:ext cx="4857750" cy="738187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8805332" y="0"/>
            <a:ext cx="3081867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5621867" y="0"/>
            <a:ext cx="3064933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979964" y="299371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21992" y="0"/>
            <a:ext cx="1222829" cy="128341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4230758" y="714494"/>
            <a:ext cx="954313" cy="1001594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919658" y="606567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362815" y="6163109"/>
            <a:ext cx="662088" cy="69489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94355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-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Заголовок 1"/>
          <p:cNvSpPr>
            <a:spLocks noGrp="1"/>
          </p:cNvSpPr>
          <p:nvPr>
            <p:ph type="title"/>
          </p:nvPr>
        </p:nvSpPr>
        <p:spPr>
          <a:xfrm>
            <a:off x="838200" y="2248429"/>
            <a:ext cx="3869267" cy="23611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266266" y="795867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5266266" y="2633133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5266266" y="4470399"/>
            <a:ext cx="5960534" cy="15917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5265738" y="795338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Рисунок 7"/>
          <p:cNvSpPr>
            <a:spLocks noGrp="1"/>
          </p:cNvSpPr>
          <p:nvPr>
            <p:ph type="pic" sz="quarter" idx="11"/>
          </p:nvPr>
        </p:nvSpPr>
        <p:spPr>
          <a:xfrm>
            <a:off x="5265738" y="263260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7"/>
          <p:cNvSpPr>
            <a:spLocks noGrp="1"/>
          </p:cNvSpPr>
          <p:nvPr>
            <p:ph type="pic" sz="quarter" idx="12"/>
          </p:nvPr>
        </p:nvSpPr>
        <p:spPr>
          <a:xfrm>
            <a:off x="5265738" y="4470134"/>
            <a:ext cx="2082800" cy="1592262"/>
          </a:xfrm>
        </p:spPr>
        <p:txBody>
          <a:bodyPr/>
          <a:lstStyle/>
          <a:p>
            <a:endParaRPr lang="ru-RU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7594600" y="1016189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3"/>
          </p:nvPr>
        </p:nvSpPr>
        <p:spPr>
          <a:xfrm>
            <a:off x="7594600" y="2834740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4"/>
          </p:nvPr>
        </p:nvSpPr>
        <p:spPr>
          <a:xfrm>
            <a:off x="7594600" y="4682143"/>
            <a:ext cx="2743200" cy="73818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104592" y="5394464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0768579" y="637510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4305129" y="4470134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4715924" y="4276486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10509290" y="355847"/>
            <a:ext cx="595302" cy="6247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10939961" y="494552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11632096" y="134659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643692" y="4987890"/>
            <a:ext cx="884321" cy="928135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2787662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-244699" y="-244699"/>
            <a:ext cx="12672812" cy="7405353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16278" y="2795194"/>
            <a:ext cx="5950857" cy="1325563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/>
          <a:lstStyle>
            <a:lvl1pPr algn="ctr">
              <a:lnSpc>
                <a:spcPct val="100000"/>
              </a:lnSpc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068558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825625"/>
            <a:ext cx="7315200" cy="435133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79940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38600" y="365125"/>
            <a:ext cx="73152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038600" y="1973943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4"/>
          </p:nvPr>
        </p:nvSpPr>
        <p:spPr>
          <a:xfrm>
            <a:off x="251582" y="0"/>
            <a:ext cx="3493104" cy="6858000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10964" y="6176962"/>
            <a:ext cx="406878" cy="4270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658460" y="6047467"/>
            <a:ext cx="246763" cy="2589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10927317" y="193901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5"/>
          </p:nvPr>
        </p:nvSpPr>
        <p:spPr>
          <a:xfrm>
            <a:off x="4038600" y="2554514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Объект 2"/>
          <p:cNvSpPr>
            <a:spLocks noGrp="1"/>
          </p:cNvSpPr>
          <p:nvPr>
            <p:ph idx="16"/>
          </p:nvPr>
        </p:nvSpPr>
        <p:spPr>
          <a:xfrm>
            <a:off x="4038600" y="3534229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2"/>
          <p:cNvSpPr>
            <a:spLocks noGrp="1"/>
          </p:cNvSpPr>
          <p:nvPr>
            <p:ph idx="17"/>
          </p:nvPr>
        </p:nvSpPr>
        <p:spPr>
          <a:xfrm>
            <a:off x="4038600" y="4114800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2"/>
          <p:cNvSpPr>
            <a:spLocks noGrp="1"/>
          </p:cNvSpPr>
          <p:nvPr>
            <p:ph idx="18"/>
          </p:nvPr>
        </p:nvSpPr>
        <p:spPr>
          <a:xfrm>
            <a:off x="4038600" y="5116285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Объект 2"/>
          <p:cNvSpPr>
            <a:spLocks noGrp="1"/>
          </p:cNvSpPr>
          <p:nvPr>
            <p:ph idx="19"/>
          </p:nvPr>
        </p:nvSpPr>
        <p:spPr>
          <a:xfrm>
            <a:off x="4038600" y="5696856"/>
            <a:ext cx="7315200" cy="58057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53364685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2628864" y="1937433"/>
            <a:ext cx="1344456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7484" y="1882894"/>
            <a:ext cx="1446845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846730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670642"/>
            <a:ext cx="4299187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67314647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747157" y="1937433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515427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9283699" y="1882894"/>
            <a:ext cx="1161143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846730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670642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843667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667579"/>
            <a:ext cx="2600098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84336456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471385" y="1937433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4230459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978721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846730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670642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9738477" y="1882894"/>
            <a:ext cx="1002918" cy="8347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843667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667579"/>
            <a:ext cx="2245791" cy="2904329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638294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8552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6428015" y="2177143"/>
            <a:ext cx="4925785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94480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94480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6682481" y="2360275"/>
            <a:ext cx="42991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6682481" y="3367320"/>
            <a:ext cx="4299187" cy="32076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030894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838200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4606471" y="2177143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</a:pPr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374743" y="2177142"/>
            <a:ext cx="2979057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1028474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1028474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4794931" y="2180205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4794931" y="3167178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8561388" y="2177142"/>
            <a:ext cx="260009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8561388" y="3164115"/>
            <a:ext cx="2600098" cy="340779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6878417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678542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3437617" y="2177143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6185879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type="body" idx="1"/>
          </p:nvPr>
        </p:nvSpPr>
        <p:spPr>
          <a:xfrm>
            <a:off x="868816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868816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7" name="Текст 2"/>
          <p:cNvSpPr>
            <a:spLocks noGrp="1"/>
          </p:cNvSpPr>
          <p:nvPr>
            <p:ph type="body" idx="10"/>
          </p:nvPr>
        </p:nvSpPr>
        <p:spPr>
          <a:xfrm>
            <a:off x="3626077" y="2287134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1"/>
          </p:nvPr>
        </p:nvSpPr>
        <p:spPr>
          <a:xfrm>
            <a:off x="3626077" y="3217976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9" name="Текст 2"/>
          <p:cNvSpPr>
            <a:spLocks noGrp="1"/>
          </p:cNvSpPr>
          <p:nvPr>
            <p:ph type="body" idx="12"/>
          </p:nvPr>
        </p:nvSpPr>
        <p:spPr>
          <a:xfrm>
            <a:off x="6372524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Объект 3"/>
          <p:cNvSpPr>
            <a:spLocks noGrp="1"/>
          </p:cNvSpPr>
          <p:nvPr>
            <p:ph sz="half" idx="13"/>
          </p:nvPr>
        </p:nvSpPr>
        <p:spPr>
          <a:xfrm>
            <a:off x="6372524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8945635" y="2177142"/>
            <a:ext cx="2573111" cy="46808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4"/>
          </p:nvPr>
        </p:nvSpPr>
        <p:spPr>
          <a:xfrm>
            <a:off x="9132280" y="2284071"/>
            <a:ext cx="2245791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/>
          <p:cNvSpPr>
            <a:spLocks noGrp="1"/>
          </p:cNvSpPr>
          <p:nvPr>
            <p:ph sz="half" idx="15"/>
          </p:nvPr>
        </p:nvSpPr>
        <p:spPr>
          <a:xfrm>
            <a:off x="9132280" y="3214913"/>
            <a:ext cx="2245791" cy="33569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09053250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Рисунок 6"/>
          <p:cNvSpPr>
            <a:spLocks noGrp="1"/>
          </p:cNvSpPr>
          <p:nvPr>
            <p:ph type="pic" sz="quarter" idx="13"/>
          </p:nvPr>
        </p:nvSpPr>
        <p:spPr>
          <a:xfrm>
            <a:off x="5360563" y="3037417"/>
            <a:ext cx="6831437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122044" y="3037417"/>
            <a:ext cx="3873289" cy="3236383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0"/>
            <a:ext cx="16933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6"/>
          <p:cNvSpPr>
            <a:spLocks noGrp="1"/>
          </p:cNvSpPr>
          <p:nvPr>
            <p:ph type="pic" sz="quarter" idx="15"/>
          </p:nvPr>
        </p:nvSpPr>
        <p:spPr>
          <a:xfrm>
            <a:off x="5360562" y="0"/>
            <a:ext cx="6831437" cy="2699657"/>
          </a:xfrm>
          <a:noFill/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0781612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61976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бъект 2"/>
          <p:cNvSpPr>
            <a:spLocks noGrp="1"/>
          </p:cNvSpPr>
          <p:nvPr>
            <p:ph idx="1"/>
          </p:nvPr>
        </p:nvSpPr>
        <p:spPr>
          <a:xfrm>
            <a:off x="6634617" y="992187"/>
            <a:ext cx="4991326" cy="4873625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94180" y="696685"/>
            <a:ext cx="4907187" cy="5476647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6473907" y="503916"/>
            <a:ext cx="520538" cy="5463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7407233" y="195032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143176" y="6173333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2816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/>
          <p:nvPr userDrawn="1"/>
        </p:nvSpPr>
        <p:spPr>
          <a:xfrm>
            <a:off x="939800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65488"/>
            <a:ext cx="10409916" cy="1325563"/>
          </a:xfrm>
        </p:spPr>
        <p:txBody>
          <a:bodyPr/>
          <a:lstStyle>
            <a:lvl1pPr algn="r">
              <a:lnSpc>
                <a:spcPct val="10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0"/>
          </p:nvPr>
        </p:nvSpPr>
        <p:spPr>
          <a:xfrm>
            <a:off x="1247775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633685" y="1891051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1" name="Рисунок 3"/>
          <p:cNvSpPr>
            <a:spLocks noGrp="1"/>
          </p:cNvSpPr>
          <p:nvPr>
            <p:ph type="pic" sz="quarter" idx="11"/>
          </p:nvPr>
        </p:nvSpPr>
        <p:spPr>
          <a:xfrm>
            <a:off x="4941660" y="2195849"/>
            <a:ext cx="2613025" cy="4106863"/>
          </a:xfrm>
        </p:spPr>
        <p:txBody>
          <a:bodyPr/>
          <a:lstStyle/>
          <a:p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327116" y="1929036"/>
            <a:ext cx="2612571" cy="4136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00803B"/>
              </a:solidFill>
            </a:endParaRPr>
          </a:p>
        </p:txBody>
      </p:sp>
      <p:sp>
        <p:nvSpPr>
          <p:cNvPr id="23" name="Рисунок 3"/>
          <p:cNvSpPr>
            <a:spLocks noGrp="1"/>
          </p:cNvSpPr>
          <p:nvPr>
            <p:ph type="pic" sz="quarter" idx="12"/>
          </p:nvPr>
        </p:nvSpPr>
        <p:spPr>
          <a:xfrm>
            <a:off x="8635091" y="2233834"/>
            <a:ext cx="2613025" cy="4106863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62443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2548392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428647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Рисунок 9"/>
          <p:cNvSpPr>
            <a:spLocks noGrp="1"/>
          </p:cNvSpPr>
          <p:nvPr>
            <p:ph type="pic" sz="quarter" idx="10"/>
          </p:nvPr>
        </p:nvSpPr>
        <p:spPr>
          <a:xfrm>
            <a:off x="4049487" y="4281488"/>
            <a:ext cx="8142513" cy="2576512"/>
          </a:xfrm>
        </p:spPr>
        <p:txBody>
          <a:bodyPr/>
          <a:lstStyle/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323217" y="457200"/>
            <a:ext cx="7375297" cy="334554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168742" y="311976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470177" y="2597497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119109" y="362997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60009" y="2521179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28088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2074" y="1633770"/>
            <a:ext cx="3207656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4049487" y="-4764"/>
            <a:ext cx="8142514" cy="68627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274054" y="5745962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575489" y="5223693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0224421" y="6256173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327771" y="1389065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4630057" y="1016000"/>
            <a:ext cx="6643997" cy="472996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4746625" y="1146175"/>
            <a:ext cx="6421438" cy="439896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Объект 3"/>
          <p:cNvSpPr>
            <a:spLocks noGrp="1"/>
          </p:cNvSpPr>
          <p:nvPr>
            <p:ph sz="half" idx="2"/>
          </p:nvPr>
        </p:nvSpPr>
        <p:spPr>
          <a:xfrm>
            <a:off x="622074" y="3478675"/>
            <a:ext cx="3207656" cy="174501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>
              <a:defRPr sz="12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5211559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75666" y="840014"/>
            <a:ext cx="6455648" cy="1131796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10638972" y="5545139"/>
            <a:ext cx="1553028" cy="1325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474922" y="323744"/>
            <a:ext cx="294303" cy="3088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Диаграмма 4"/>
          <p:cNvSpPr>
            <a:spLocks noGrp="1"/>
          </p:cNvSpPr>
          <p:nvPr>
            <p:ph type="chart" sz="quarter" idx="11"/>
          </p:nvPr>
        </p:nvSpPr>
        <p:spPr>
          <a:xfrm>
            <a:off x="975666" y="2278742"/>
            <a:ext cx="10110039" cy="2959465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Рисунок 3"/>
          <p:cNvSpPr>
            <a:spLocks noGrp="1"/>
          </p:cNvSpPr>
          <p:nvPr>
            <p:ph type="pic" sz="quarter" idx="12"/>
          </p:nvPr>
        </p:nvSpPr>
        <p:spPr>
          <a:xfrm>
            <a:off x="0" y="5545138"/>
            <a:ext cx="10609263" cy="1312862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975666" y="0"/>
            <a:ext cx="446735" cy="4688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34456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24531" y="524933"/>
            <a:ext cx="3650668" cy="2051579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8" name="Рисунок 6"/>
          <p:cNvSpPr>
            <a:spLocks noGrp="1"/>
          </p:cNvSpPr>
          <p:nvPr>
            <p:ph type="pic" sz="quarter" idx="14"/>
          </p:nvPr>
        </p:nvSpPr>
        <p:spPr>
          <a:xfrm>
            <a:off x="1337676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0" y="2993874"/>
            <a:ext cx="1337676" cy="21045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Рисунок 6"/>
          <p:cNvSpPr>
            <a:spLocks noGrp="1"/>
          </p:cNvSpPr>
          <p:nvPr>
            <p:ph type="pic" sz="quarter" idx="15"/>
          </p:nvPr>
        </p:nvSpPr>
        <p:spPr>
          <a:xfrm>
            <a:off x="4955784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2" name="Рисунок 6"/>
          <p:cNvSpPr>
            <a:spLocks noGrp="1"/>
          </p:cNvSpPr>
          <p:nvPr>
            <p:ph type="pic" sz="quarter" idx="16"/>
          </p:nvPr>
        </p:nvSpPr>
        <p:spPr>
          <a:xfrm>
            <a:off x="8573892" y="2993874"/>
            <a:ext cx="3618108" cy="2104571"/>
          </a:xfrm>
          <a:noFill/>
        </p:spPr>
        <p:txBody>
          <a:bodyPr/>
          <a:lstStyle/>
          <a:p>
            <a:endParaRPr lang="ru-RU" dirty="0"/>
          </a:p>
        </p:txBody>
      </p:sp>
      <p:sp>
        <p:nvSpPr>
          <p:cNvPr id="13" name="Текст 2"/>
          <p:cNvSpPr>
            <a:spLocks noGrp="1"/>
          </p:cNvSpPr>
          <p:nvPr>
            <p:ph type="body" idx="1"/>
          </p:nvPr>
        </p:nvSpPr>
        <p:spPr>
          <a:xfrm>
            <a:off x="1775130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7"/>
          </p:nvPr>
        </p:nvSpPr>
        <p:spPr>
          <a:xfrm>
            <a:off x="5393238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2"/>
          <p:cNvSpPr>
            <a:spLocks noGrp="1"/>
          </p:cNvSpPr>
          <p:nvPr>
            <p:ph type="body" idx="18"/>
          </p:nvPr>
        </p:nvSpPr>
        <p:spPr>
          <a:xfrm>
            <a:off x="9011346" y="532693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0972800" y="524932"/>
            <a:ext cx="462417" cy="4853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11587129" y="1117711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/>
          <p:cNvSpPr/>
          <p:nvPr userDrawn="1"/>
        </p:nvSpPr>
        <p:spPr>
          <a:xfrm>
            <a:off x="1170259" y="5520313"/>
            <a:ext cx="334834" cy="3514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49621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1"/>
            <a:ext cx="7284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7284813" y="1"/>
            <a:ext cx="4907187" cy="2946400"/>
          </a:xfrm>
        </p:spPr>
        <p:txBody>
          <a:bodyPr/>
          <a:lstStyle/>
          <a:p>
            <a:endParaRPr lang="ru-RU"/>
          </a:p>
        </p:txBody>
      </p:sp>
      <p:sp>
        <p:nvSpPr>
          <p:cNvPr id="8" name="Рисунок 12"/>
          <p:cNvSpPr>
            <a:spLocks noGrp="1"/>
          </p:cNvSpPr>
          <p:nvPr>
            <p:ph type="pic" sz="quarter" idx="11"/>
          </p:nvPr>
        </p:nvSpPr>
        <p:spPr>
          <a:xfrm>
            <a:off x="7284812" y="2946401"/>
            <a:ext cx="4907187" cy="2452913"/>
          </a:xfrm>
        </p:spPr>
        <p:txBody>
          <a:bodyPr/>
          <a:lstStyle/>
          <a:p>
            <a:endParaRPr lang="ru-RU"/>
          </a:p>
        </p:txBody>
      </p:sp>
      <p:sp>
        <p:nvSpPr>
          <p:cNvPr id="12" name="Рисунок 12"/>
          <p:cNvSpPr>
            <a:spLocks noGrp="1"/>
          </p:cNvSpPr>
          <p:nvPr>
            <p:ph type="pic" sz="quarter" idx="12"/>
          </p:nvPr>
        </p:nvSpPr>
        <p:spPr>
          <a:xfrm>
            <a:off x="7284813" y="5399314"/>
            <a:ext cx="4907187" cy="1458686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596673" y="2061029"/>
            <a:ext cx="6079897" cy="4285797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5552039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772209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0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446550" y="4909127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0895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10914742" y="0"/>
            <a:ext cx="127725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0885488" cy="3468914"/>
          </a:xfrm>
        </p:spPr>
        <p:txBody>
          <a:bodyPr/>
          <a:lstStyle/>
          <a:p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857828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2"/>
          <p:cNvSpPr>
            <a:spLocks noGrp="1"/>
          </p:cNvSpPr>
          <p:nvPr>
            <p:ph type="body" idx="1"/>
          </p:nvPr>
        </p:nvSpPr>
        <p:spPr>
          <a:xfrm>
            <a:off x="812799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5014684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Текст 2"/>
          <p:cNvSpPr>
            <a:spLocks noGrp="1"/>
          </p:cNvSpPr>
          <p:nvPr>
            <p:ph type="body" idx="11"/>
          </p:nvPr>
        </p:nvSpPr>
        <p:spPr>
          <a:xfrm>
            <a:off x="3969655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71540" y="3819676"/>
            <a:ext cx="653143" cy="6855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Текст 2"/>
          <p:cNvSpPr>
            <a:spLocks noGrp="1"/>
          </p:cNvSpPr>
          <p:nvPr>
            <p:ph type="body" idx="12"/>
          </p:nvPr>
        </p:nvSpPr>
        <p:spPr>
          <a:xfrm>
            <a:off x="7126511" y="464476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2619658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10733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4" y="944010"/>
            <a:ext cx="4918756" cy="120226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2" name="Прямоугольник 1"/>
          <p:cNvSpPr/>
          <p:nvPr userDrawn="1"/>
        </p:nvSpPr>
        <p:spPr>
          <a:xfrm>
            <a:off x="5788813" y="0"/>
            <a:ext cx="5733143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Объект 2"/>
          <p:cNvSpPr>
            <a:spLocks noGrp="1"/>
          </p:cNvSpPr>
          <p:nvPr>
            <p:ph idx="1"/>
          </p:nvPr>
        </p:nvSpPr>
        <p:spPr>
          <a:xfrm>
            <a:off x="6096001" y="560009"/>
            <a:ext cx="5016820" cy="5782734"/>
          </a:xfrm>
        </p:spPr>
        <p:txBody>
          <a:bodyPr/>
          <a:lstStyle>
            <a:lvl1pPr>
              <a:lnSpc>
                <a:spcPct val="100000"/>
              </a:lnSpc>
              <a:defRPr sz="3200"/>
            </a:lvl1pPr>
            <a:lvl2pPr>
              <a:lnSpc>
                <a:spcPct val="100000"/>
              </a:lnSpc>
              <a:defRPr sz="2800"/>
            </a:lvl2pPr>
            <a:lvl3pPr>
              <a:lnSpc>
                <a:spcPct val="100000"/>
              </a:lnSpc>
              <a:defRPr sz="24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5" name="Рисунок 12"/>
          <p:cNvSpPr>
            <a:spLocks noGrp="1"/>
          </p:cNvSpPr>
          <p:nvPr>
            <p:ph type="pic" sz="quarter" idx="11"/>
          </p:nvPr>
        </p:nvSpPr>
        <p:spPr>
          <a:xfrm>
            <a:off x="1903979" y="2815771"/>
            <a:ext cx="1986803" cy="311940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6" name="Рисунок 12"/>
          <p:cNvSpPr>
            <a:spLocks noGrp="1"/>
          </p:cNvSpPr>
          <p:nvPr>
            <p:ph type="pic" sz="quarter" idx="12"/>
          </p:nvPr>
        </p:nvSpPr>
        <p:spPr>
          <a:xfrm>
            <a:off x="3902350" y="2815771"/>
            <a:ext cx="1874895" cy="3119408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339754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Рисунок 12"/>
          <p:cNvSpPr>
            <a:spLocks noGrp="1"/>
          </p:cNvSpPr>
          <p:nvPr>
            <p:ph type="pic" sz="quarter" idx="10"/>
          </p:nvPr>
        </p:nvSpPr>
        <p:spPr>
          <a:xfrm>
            <a:off x="5413829" y="0"/>
            <a:ext cx="6778171" cy="6857999"/>
          </a:xfrm>
        </p:spPr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4107542" y="1156202"/>
            <a:ext cx="3483429" cy="2023549"/>
          </a:xfr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>
            <a:normAutofit/>
          </a:bodyPr>
          <a:lstStyle>
            <a:lvl1pPr algn="ctr">
              <a:lnSpc>
                <a:spcPct val="100000"/>
              </a:lnSpc>
              <a:defRPr sz="2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</a:t>
            </a:r>
            <a:br>
              <a:rPr lang="ru-RU" dirty="0"/>
            </a:br>
            <a:r>
              <a:rPr lang="ru-RU" dirty="0"/>
              <a:t>заголовка</a:t>
            </a:r>
          </a:p>
        </p:txBody>
      </p:sp>
      <p:sp>
        <p:nvSpPr>
          <p:cNvPr id="14" name="Заголовок 1"/>
          <p:cNvSpPr txBox="1">
            <a:spLocks/>
          </p:cNvSpPr>
          <p:nvPr userDrawn="1"/>
        </p:nvSpPr>
        <p:spPr>
          <a:xfrm>
            <a:off x="8122888" y="1156202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5" name="Заголовок 1"/>
          <p:cNvSpPr txBox="1">
            <a:spLocks/>
          </p:cNvSpPr>
          <p:nvPr userDrawn="1"/>
        </p:nvSpPr>
        <p:spPr>
          <a:xfrm>
            <a:off x="4107542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16" name="Заголовок 1"/>
          <p:cNvSpPr txBox="1">
            <a:spLocks/>
          </p:cNvSpPr>
          <p:nvPr userDrawn="1"/>
        </p:nvSpPr>
        <p:spPr>
          <a:xfrm>
            <a:off x="8122888" y="3776030"/>
            <a:ext cx="3483429" cy="2023549"/>
          </a:xfrm>
          <a:prstGeom prst="rect">
            <a:avLst/>
          </a:prstGeom>
          <a:solidFill>
            <a:schemeClr val="accent1"/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>
              <a:lnSpc>
                <a:spcPct val="100000"/>
              </a:lnSpc>
            </a:pPr>
            <a:r>
              <a:rPr lang="ru-RU" sz="2400" dirty="0"/>
              <a:t>Образец </a:t>
            </a:r>
          </a:p>
          <a:p>
            <a:pPr>
              <a:lnSpc>
                <a:spcPct val="100000"/>
              </a:lnSpc>
            </a:pPr>
            <a:r>
              <a:rPr lang="ru-RU" sz="2400" dirty="0"/>
              <a:t>заголовка</a:t>
            </a:r>
          </a:p>
        </p:txBody>
      </p:sp>
      <p:sp>
        <p:nvSpPr>
          <p:cNvPr id="22" name="Заголовок 1"/>
          <p:cNvSpPr txBox="1">
            <a:spLocks/>
          </p:cNvSpPr>
          <p:nvPr userDrawn="1"/>
        </p:nvSpPr>
        <p:spPr>
          <a:xfrm>
            <a:off x="631045" y="2039934"/>
            <a:ext cx="3650668" cy="205157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32B824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ru-RU" dirty="0">
                <a:solidFill>
                  <a:schemeClr val="accent1"/>
                </a:solidFill>
              </a:rPr>
              <a:t>Образец заголовка</a:t>
            </a:r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2163105" y="6255898"/>
            <a:ext cx="573678" cy="6021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415453" y="5799579"/>
            <a:ext cx="369013" cy="3872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1746595" y="638413"/>
            <a:ext cx="235300" cy="2469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71557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504140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5168997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8833854" y="2451380"/>
            <a:ext cx="1959430" cy="20565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174364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2" y="0"/>
            <a:ext cx="1219200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560009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9" name="Прямоугольник 18"/>
          <p:cNvSpPr/>
          <p:nvPr userDrawn="1"/>
        </p:nvSpPr>
        <p:spPr>
          <a:xfrm rot="5400000">
            <a:off x="14680" y="5960896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 rot="5400000">
            <a:off x="857620" y="605769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 rot="5400000">
            <a:off x="113295" y="4662234"/>
            <a:ext cx="369013" cy="387296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644610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Прямоугольник 23"/>
          <p:cNvSpPr/>
          <p:nvPr userDrawn="1"/>
        </p:nvSpPr>
        <p:spPr>
          <a:xfrm rot="5400000">
            <a:off x="10477113" y="-36940"/>
            <a:ext cx="1059543" cy="1112038"/>
          </a:xfrm>
          <a:prstGeom prst="rect">
            <a:avLst/>
          </a:prstGeom>
          <a:solidFill>
            <a:schemeClr val="tx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 rot="5400000">
            <a:off x="11344112" y="747801"/>
            <a:ext cx="573678" cy="602101"/>
          </a:xfrm>
          <a:prstGeom prst="rect">
            <a:avLst/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451100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451100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566011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рямоугольник 26"/>
          <p:cNvSpPr/>
          <p:nvPr userDrawn="1"/>
        </p:nvSpPr>
        <p:spPr>
          <a:xfrm>
            <a:off x="8668543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022735" y="2489162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1335314" y="2474647"/>
            <a:ext cx="2032001" cy="20538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Заголовок 1"/>
          <p:cNvSpPr>
            <a:spLocks noGrp="1"/>
          </p:cNvSpPr>
          <p:nvPr>
            <p:ph type="title"/>
          </p:nvPr>
        </p:nvSpPr>
        <p:spPr>
          <a:xfrm>
            <a:off x="596673" y="734181"/>
            <a:ext cx="10884127" cy="1202267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4" name="Текст 2"/>
          <p:cNvSpPr>
            <a:spLocks noGrp="1"/>
          </p:cNvSpPr>
          <p:nvPr>
            <p:ph type="body" idx="1"/>
          </p:nvPr>
        </p:nvSpPr>
        <p:spPr>
          <a:xfrm>
            <a:off x="1112255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77112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3" name="Текст 2"/>
          <p:cNvSpPr>
            <a:spLocks noGrp="1"/>
          </p:cNvSpPr>
          <p:nvPr>
            <p:ph type="body" idx="11"/>
          </p:nvPr>
        </p:nvSpPr>
        <p:spPr>
          <a:xfrm>
            <a:off x="8441969" y="4818782"/>
            <a:ext cx="2743200" cy="73818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sz="quarter" idx="12"/>
          </p:nvPr>
        </p:nvSpPr>
        <p:spPr>
          <a:xfrm>
            <a:off x="1458330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17" name="Рисунок 2"/>
          <p:cNvSpPr>
            <a:spLocks noGrp="1"/>
          </p:cNvSpPr>
          <p:nvPr>
            <p:ph type="pic" sz="quarter" idx="13"/>
          </p:nvPr>
        </p:nvSpPr>
        <p:spPr>
          <a:xfrm>
            <a:off x="5123187" y="2625272"/>
            <a:ext cx="2051050" cy="2057400"/>
          </a:xfrm>
        </p:spPr>
        <p:txBody>
          <a:bodyPr/>
          <a:lstStyle/>
          <a:p>
            <a:endParaRPr lang="ru-RU"/>
          </a:p>
        </p:txBody>
      </p:sp>
      <p:sp>
        <p:nvSpPr>
          <p:cNvPr id="26" name="Рисунок 2"/>
          <p:cNvSpPr>
            <a:spLocks noGrp="1"/>
          </p:cNvSpPr>
          <p:nvPr>
            <p:ph type="pic" sz="quarter" idx="14"/>
          </p:nvPr>
        </p:nvSpPr>
        <p:spPr>
          <a:xfrm>
            <a:off x="8788044" y="2625272"/>
            <a:ext cx="2051050" cy="205740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65212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 userDrawn="1"/>
        </p:nvSpPr>
        <p:spPr>
          <a:xfrm>
            <a:off x="0" y="0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Текст 2"/>
          <p:cNvSpPr>
            <a:spLocks noGrp="1"/>
          </p:cNvSpPr>
          <p:nvPr>
            <p:ph type="body" idx="10"/>
          </p:nvPr>
        </p:nvSpPr>
        <p:spPr>
          <a:xfrm>
            <a:off x="471763" y="1931068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13"/>
          </p:nvPr>
        </p:nvSpPr>
        <p:spPr>
          <a:xfrm>
            <a:off x="6110514" y="0"/>
            <a:ext cx="6081486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5" name="Рисунок 2"/>
          <p:cNvSpPr>
            <a:spLocks noGrp="1"/>
          </p:cNvSpPr>
          <p:nvPr>
            <p:ph type="pic" sz="quarter" idx="14"/>
          </p:nvPr>
        </p:nvSpPr>
        <p:spPr>
          <a:xfrm>
            <a:off x="0" y="3473599"/>
            <a:ext cx="6110514" cy="347359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Прямоугольник 27"/>
          <p:cNvSpPr/>
          <p:nvPr userDrawn="1"/>
        </p:nvSpPr>
        <p:spPr>
          <a:xfrm>
            <a:off x="6110514" y="3473599"/>
            <a:ext cx="6110514" cy="34735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Текст 2"/>
          <p:cNvSpPr>
            <a:spLocks noGrp="1"/>
          </p:cNvSpPr>
          <p:nvPr>
            <p:ph type="body" idx="15" hasCustomPrompt="1"/>
          </p:nvPr>
        </p:nvSpPr>
        <p:spPr>
          <a:xfrm>
            <a:off x="471763" y="998612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  <p:sp>
        <p:nvSpPr>
          <p:cNvPr id="31" name="Текст 2"/>
          <p:cNvSpPr>
            <a:spLocks noGrp="1"/>
          </p:cNvSpPr>
          <p:nvPr>
            <p:ph type="body" idx="16"/>
          </p:nvPr>
        </p:nvSpPr>
        <p:spPr>
          <a:xfrm>
            <a:off x="6582277" y="5371590"/>
            <a:ext cx="5166988" cy="61007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2" name="Текст 2"/>
          <p:cNvSpPr>
            <a:spLocks noGrp="1"/>
          </p:cNvSpPr>
          <p:nvPr>
            <p:ph type="body" idx="17" hasCustomPrompt="1"/>
          </p:nvPr>
        </p:nvSpPr>
        <p:spPr>
          <a:xfrm>
            <a:off x="6582277" y="4439134"/>
            <a:ext cx="5166988" cy="73818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6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число</a:t>
            </a:r>
          </a:p>
        </p:txBody>
      </p:sp>
    </p:spTree>
    <p:extLst>
      <p:ext uri="{BB962C8B-B14F-4D97-AF65-F5344CB8AC3E}">
        <p14:creationId xmlns:p14="http://schemas.microsoft.com/office/powerpoint/2010/main" val="85024056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023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13" Type="http://schemas.openxmlformats.org/officeDocument/2006/relationships/slideLayout" Target="../slideLayouts/slideLayout55.xml"/><Relationship Id="rId18" Type="http://schemas.openxmlformats.org/officeDocument/2006/relationships/slideLayout" Target="../slideLayouts/slideLayout60.xml"/><Relationship Id="rId26" Type="http://schemas.openxmlformats.org/officeDocument/2006/relationships/slideLayout" Target="../slideLayouts/slideLayout68.xml"/><Relationship Id="rId3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63.xml"/><Relationship Id="rId7" Type="http://schemas.openxmlformats.org/officeDocument/2006/relationships/slideLayout" Target="../slideLayouts/slideLayout49.xml"/><Relationship Id="rId12" Type="http://schemas.openxmlformats.org/officeDocument/2006/relationships/slideLayout" Target="../slideLayouts/slideLayout54.xml"/><Relationship Id="rId17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67.xml"/><Relationship Id="rId2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58.xml"/><Relationship Id="rId20" Type="http://schemas.openxmlformats.org/officeDocument/2006/relationships/slideLayout" Target="../slideLayouts/slideLayout62.xml"/><Relationship Id="rId29" Type="http://schemas.openxmlformats.org/officeDocument/2006/relationships/slideLayout" Target="../slideLayouts/slideLayout71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66.xml"/><Relationship Id="rId32" Type="http://schemas.openxmlformats.org/officeDocument/2006/relationships/theme" Target="../theme/theme3.xml"/><Relationship Id="rId5" Type="http://schemas.openxmlformats.org/officeDocument/2006/relationships/slideLayout" Target="../slideLayouts/slideLayout47.xml"/><Relationship Id="rId15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65.xml"/><Relationship Id="rId28" Type="http://schemas.openxmlformats.org/officeDocument/2006/relationships/slideLayout" Target="../slideLayouts/slideLayout70.xml"/><Relationship Id="rId10" Type="http://schemas.openxmlformats.org/officeDocument/2006/relationships/slideLayout" Target="../slideLayouts/slideLayout52.xml"/><Relationship Id="rId19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Relationship Id="rId14" Type="http://schemas.openxmlformats.org/officeDocument/2006/relationships/slideLayout" Target="../slideLayouts/slideLayout56.xml"/><Relationship Id="rId22" Type="http://schemas.openxmlformats.org/officeDocument/2006/relationships/slideLayout" Target="../slideLayouts/slideLayout64.xml"/><Relationship Id="rId27" Type="http://schemas.openxmlformats.org/officeDocument/2006/relationships/slideLayout" Target="../slideLayouts/slideLayout69.xml"/><Relationship Id="rId30" Type="http://schemas.openxmlformats.org/officeDocument/2006/relationships/slideLayout" Target="../slideLayouts/slideLayout7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9940B1-F0A9-9B23-8A32-FCAFF719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9CF75C-67BF-641E-DFE3-EDF0992166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7D20C9-052F-2060-FC0B-987ED2484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E2A97E-36F9-44E7-ABA7-944B833C9890}" type="datetimeFigureOut">
              <a:rPr lang="ru-RU" smtClean="0"/>
              <a:t>13.01.2026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8EDFA9-8E42-1D45-BA63-8A6B3A2906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0D9FC9-7882-1F30-C779-EDB806CD3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BB34E9-D241-40A4-A43B-C9C569DB9FF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65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8720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393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F5179A5D-2E1E-4122-8255-844A0375AB5C}" type="datetimeFigureOut">
              <a:rPr lang="ru-RU" smtClean="0"/>
              <a:pPr/>
              <a:t>13.01.2026</a:t>
            </a:fld>
            <a:endParaRPr lang="ru-RU" dirty="0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904049" y="631190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476049" y="631190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fld id="{D939E064-4929-463C-BE93-599F78C1F97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7126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  <p:sldLayoutId id="2147483710" r:id="rId18"/>
    <p:sldLayoutId id="2147483711" r:id="rId19"/>
    <p:sldLayoutId id="2147483712" r:id="rId20"/>
    <p:sldLayoutId id="2147483713" r:id="rId21"/>
    <p:sldLayoutId id="2147483714" r:id="rId22"/>
    <p:sldLayoutId id="2147483715" r:id="rId23"/>
    <p:sldLayoutId id="2147483716" r:id="rId24"/>
    <p:sldLayoutId id="2147483717" r:id="rId25"/>
    <p:sldLayoutId id="2147483718" r:id="rId26"/>
    <p:sldLayoutId id="2147483719" r:id="rId27"/>
    <p:sldLayoutId id="2147483720" r:id="rId28"/>
    <p:sldLayoutId id="2147483721" r:id="rId29"/>
    <p:sldLayoutId id="2147483722" r:id="rId30"/>
    <p:sldLayoutId id="2147483723" r:id="rId3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52811" y="2272982"/>
            <a:ext cx="9045640" cy="1601703"/>
          </a:xfrm>
        </p:spPr>
        <p:txBody>
          <a:bodyPr>
            <a:noAutofit/>
          </a:bodyPr>
          <a:lstStyle/>
          <a:p>
            <a:r>
              <a:rPr lang="ru-RU" sz="3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ПРОГРАММА "КАДРОВОЕ АГЕНТСТВО"</a:t>
            </a:r>
            <a:br>
              <a:rPr lang="ru-RU" sz="3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3000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441043" y="3424989"/>
            <a:ext cx="9045640" cy="651625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Управление базой данных соискателей с использованием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шейкерной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сортировки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83C0EF-F40E-6D3E-A8FA-BCD523A85142}"/>
              </a:ext>
            </a:extLst>
          </p:cNvPr>
          <p:cNvSpPr txBox="1"/>
          <p:nvPr/>
        </p:nvSpPr>
        <p:spPr>
          <a:xfrm>
            <a:off x="1441043" y="4569038"/>
            <a:ext cx="4334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Коробицина Милена Юрьевна</a:t>
            </a:r>
          </a:p>
        </p:txBody>
      </p:sp>
    </p:spTree>
    <p:extLst>
      <p:ext uri="{BB962C8B-B14F-4D97-AF65-F5344CB8AC3E}">
        <p14:creationId xmlns:p14="http://schemas.microsoft.com/office/powerpoint/2010/main" val="298167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D07950-ACF3-7158-4829-285DBE03661B}"/>
              </a:ext>
            </a:extLst>
          </p:cNvPr>
          <p:cNvSpPr txBox="1"/>
          <p:nvPr/>
        </p:nvSpPr>
        <p:spPr>
          <a:xfrm>
            <a:off x="553451" y="1087489"/>
            <a:ext cx="74274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проекта:</a:t>
            </a:r>
            <a:br>
              <a:rPr lang="ru-RU" dirty="0"/>
            </a:br>
            <a:r>
              <a:rPr lang="ru-RU" dirty="0"/>
              <a:t>Разработать систему управления базой данных соискателей с возможностями: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F8AFF22-CB51-77ED-CE28-6A463AD4C97B}"/>
              </a:ext>
            </a:extLst>
          </p:cNvPr>
          <p:cNvSpPr/>
          <p:nvPr/>
        </p:nvSpPr>
        <p:spPr>
          <a:xfrm>
            <a:off x="0" y="293405"/>
            <a:ext cx="12192000" cy="665352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ECFC7-7793-20E5-07EB-06FBB772A53F}"/>
              </a:ext>
            </a:extLst>
          </p:cNvPr>
          <p:cNvSpPr txBox="1"/>
          <p:nvPr/>
        </p:nvSpPr>
        <p:spPr>
          <a:xfrm>
            <a:off x="553451" y="2047944"/>
            <a:ext cx="5847347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/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Хранения структурированных данных о  соискателях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Добавления новых записей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Редактирования существующих данных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Удаления устаревшей информации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Формирования отчетов с сортировкой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33BB33-08DB-AE61-3104-1BE8F8BE208D}"/>
              </a:ext>
            </a:extLst>
          </p:cNvPr>
          <p:cNvSpPr txBox="1"/>
          <p:nvPr/>
        </p:nvSpPr>
        <p:spPr>
          <a:xfrm>
            <a:off x="5935583" y="4668252"/>
            <a:ext cx="506930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шейкерной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сортировки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Многокритериальная сортировка отчетов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Валидация входных данных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Удобный пользовательский интерфейс</a:t>
            </a:r>
          </a:p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39BD18-EFB2-4F8E-9357-CF3AA56669B4}"/>
              </a:ext>
            </a:extLst>
          </p:cNvPr>
          <p:cNvSpPr txBox="1"/>
          <p:nvPr/>
        </p:nvSpPr>
        <p:spPr>
          <a:xfrm>
            <a:off x="641686" y="422595"/>
            <a:ext cx="32886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ru-RU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582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F3B685-4653-F9C4-340C-4B73B1B2732E}"/>
              </a:ext>
            </a:extLst>
          </p:cNvPr>
          <p:cNvSpPr txBox="1"/>
          <p:nvPr/>
        </p:nvSpPr>
        <p:spPr>
          <a:xfrm>
            <a:off x="425116" y="17423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2400" dirty="0">
                <a:solidFill>
                  <a:srgbClr val="FF0000"/>
                </a:solidFill>
                <a:latin typeface="Golos Text DemiBold" panose="020B0703020202020204" pitchFamily="34" charset="-52"/>
                <a:cs typeface="Golos Text DemiBold" panose="020B0703020202020204" pitchFamily="34" charset="-52"/>
              </a:rPr>
              <a:t>2.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АЛГОРИТМА РЕШЕНИЯ </a:t>
            </a:r>
            <a:endParaRPr lang="ru-RU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1BF784C-75BA-5934-6DE0-2D5D60608BEC}"/>
              </a:ext>
            </a:extLst>
          </p:cNvPr>
          <p:cNvSpPr/>
          <p:nvPr/>
        </p:nvSpPr>
        <p:spPr>
          <a:xfrm>
            <a:off x="4098757" y="810126"/>
            <a:ext cx="3737811" cy="521369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/>
              <a:t>СХЕМА РАБОТЫ ВСЕЙ ПРОГРАММЫ</a:t>
            </a:r>
          </a:p>
        </p:txBody>
      </p: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27D9E412-E3DE-13B7-7BC2-7E9DFD314118}"/>
              </a:ext>
            </a:extLst>
          </p:cNvPr>
          <p:cNvGrpSpPr/>
          <p:nvPr/>
        </p:nvGrpSpPr>
        <p:grpSpPr>
          <a:xfrm>
            <a:off x="4098757" y="1860098"/>
            <a:ext cx="3801979" cy="369332"/>
            <a:chOff x="1347537" y="1748588"/>
            <a:chExt cx="3801979" cy="369332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67296FA-A389-59C4-A76D-45B3ED60DF6D}"/>
                </a:ext>
              </a:extLst>
            </p:cNvPr>
            <p:cNvSpPr txBox="1"/>
            <p:nvPr/>
          </p:nvSpPr>
          <p:spPr>
            <a:xfrm>
              <a:off x="1347537" y="1748588"/>
              <a:ext cx="1636295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БАЗА ДАННЫХ</a:t>
              </a:r>
            </a:p>
          </p:txBody>
        </p:sp>
        <p:cxnSp>
          <p:nvCxnSpPr>
            <p:cNvPr id="17" name="Прямая со стрелкой 16">
              <a:extLst>
                <a:ext uri="{FF2B5EF4-FFF2-40B4-BE49-F238E27FC236}">
                  <a16:creationId xmlns:a16="http://schemas.microsoft.com/office/drawing/2014/main" id="{71547AB8-C76F-4E2F-AE50-07F6831E7A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811" y="1933254"/>
              <a:ext cx="497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F540675-4B88-C65E-D663-EC1AA4BDF268}"/>
                </a:ext>
              </a:extLst>
            </p:cNvPr>
            <p:cNvSpPr txBox="1"/>
            <p:nvPr/>
          </p:nvSpPr>
          <p:spPr>
            <a:xfrm>
              <a:off x="3473116" y="1748588"/>
              <a:ext cx="1676400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30 соискателей</a:t>
              </a: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146A3493-D2B6-DC05-37F3-D355FAB6FD00}"/>
              </a:ext>
            </a:extLst>
          </p:cNvPr>
          <p:cNvGrpSpPr/>
          <p:nvPr/>
        </p:nvGrpSpPr>
        <p:grpSpPr>
          <a:xfrm>
            <a:off x="3748792" y="2691183"/>
            <a:ext cx="6180246" cy="369332"/>
            <a:chOff x="954505" y="1748588"/>
            <a:chExt cx="6190040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556BD81-E022-8847-19BE-2FDFE1F56B5B}"/>
                </a:ext>
              </a:extLst>
            </p:cNvPr>
            <p:cNvSpPr txBox="1"/>
            <p:nvPr/>
          </p:nvSpPr>
          <p:spPr>
            <a:xfrm>
              <a:off x="954505" y="1748588"/>
              <a:ext cx="2029328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ВЫБИРАЕМ ОТЧЕТ</a:t>
              </a:r>
            </a:p>
          </p:txBody>
        </p:sp>
        <p:cxnSp>
          <p:nvCxnSpPr>
            <p:cNvPr id="26" name="Прямая со стрелкой 25">
              <a:extLst>
                <a:ext uri="{FF2B5EF4-FFF2-40B4-BE49-F238E27FC236}">
                  <a16:creationId xmlns:a16="http://schemas.microsoft.com/office/drawing/2014/main" id="{7E803D9E-29C2-9BCA-6992-EF3FA2CAC6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811" y="1933254"/>
              <a:ext cx="497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C98EFBE-19F5-D4E2-4ED5-092066E758CD}"/>
                </a:ext>
              </a:extLst>
            </p:cNvPr>
            <p:cNvSpPr txBox="1"/>
            <p:nvPr/>
          </p:nvSpPr>
          <p:spPr>
            <a:xfrm>
              <a:off x="3473115" y="1748588"/>
              <a:ext cx="3671430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Пользователь выбирает 1, 2 или 3</a:t>
              </a:r>
            </a:p>
          </p:txBody>
        </p:sp>
      </p:grpSp>
      <p:grpSp>
        <p:nvGrpSpPr>
          <p:cNvPr id="35" name="Группа 34">
            <a:extLst>
              <a:ext uri="{FF2B5EF4-FFF2-40B4-BE49-F238E27FC236}">
                <a16:creationId xmlns:a16="http://schemas.microsoft.com/office/drawing/2014/main" id="{B5EDAFCD-597B-0764-6361-8586FADC693D}"/>
              </a:ext>
            </a:extLst>
          </p:cNvPr>
          <p:cNvGrpSpPr/>
          <p:nvPr/>
        </p:nvGrpSpPr>
        <p:grpSpPr>
          <a:xfrm>
            <a:off x="2032523" y="3476084"/>
            <a:ext cx="9803744" cy="369332"/>
            <a:chOff x="954505" y="1748588"/>
            <a:chExt cx="6190040" cy="369332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12F2184-60E2-263F-87DF-D38EDEAB5F93}"/>
                </a:ext>
              </a:extLst>
            </p:cNvPr>
            <p:cNvSpPr txBox="1"/>
            <p:nvPr/>
          </p:nvSpPr>
          <p:spPr>
            <a:xfrm>
              <a:off x="954505" y="1748588"/>
              <a:ext cx="2029328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dirty="0">
                  <a:solidFill>
                    <a:schemeClr val="bg1"/>
                  </a:solidFill>
                </a:rPr>
                <a:t>ФИЛЬТРАЦИЯ</a:t>
              </a:r>
            </a:p>
          </p:txBody>
        </p:sp>
        <p:cxnSp>
          <p:nvCxnSpPr>
            <p:cNvPr id="38" name="Прямая со стрелкой 37">
              <a:extLst>
                <a:ext uri="{FF2B5EF4-FFF2-40B4-BE49-F238E27FC236}">
                  <a16:creationId xmlns:a16="http://schemas.microsoft.com/office/drawing/2014/main" id="{3872BC01-3851-3347-1060-056F3A12A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5811" y="1933254"/>
              <a:ext cx="497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6FD9B4A1-1AE1-A9D5-E8D8-F96F8BEFD8A7}"/>
                </a:ext>
              </a:extLst>
            </p:cNvPr>
            <p:cNvSpPr txBox="1"/>
            <p:nvPr/>
          </p:nvSpPr>
          <p:spPr>
            <a:xfrm>
              <a:off x="3473115" y="1748588"/>
              <a:ext cx="3671430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Только для отчетов 2 и 3  (по специальности или окладу)</a:t>
              </a:r>
            </a:p>
          </p:txBody>
        </p:sp>
      </p:grpSp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0DBB9B4A-4CAB-02B7-65C7-C48096CC91EF}"/>
              </a:ext>
            </a:extLst>
          </p:cNvPr>
          <p:cNvGrpSpPr/>
          <p:nvPr/>
        </p:nvGrpSpPr>
        <p:grpSpPr>
          <a:xfrm>
            <a:off x="3134599" y="4420203"/>
            <a:ext cx="5666125" cy="369332"/>
            <a:chOff x="33484" y="1740447"/>
            <a:chExt cx="5613828" cy="369332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94A8CB3-66AC-2AA1-1382-D84BB0646893}"/>
                </a:ext>
              </a:extLst>
            </p:cNvPr>
            <p:cNvSpPr txBox="1"/>
            <p:nvPr/>
          </p:nvSpPr>
          <p:spPr>
            <a:xfrm>
              <a:off x="33484" y="1740447"/>
              <a:ext cx="2771988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ШЕЙКЕРНАЯ СОРТИРОВКА</a:t>
              </a:r>
            </a:p>
          </p:txBody>
        </p:sp>
        <p:cxnSp>
          <p:nvCxnSpPr>
            <p:cNvPr id="42" name="Прямая со стрелкой 41">
              <a:extLst>
                <a:ext uri="{FF2B5EF4-FFF2-40B4-BE49-F238E27FC236}">
                  <a16:creationId xmlns:a16="http://schemas.microsoft.com/office/drawing/2014/main" id="{CFC7078A-FB04-20BA-BE86-4B3158D0E4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0047" y="1925113"/>
              <a:ext cx="497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E6141CF-3DDA-5D91-6150-D0BC11D7C960}"/>
                </a:ext>
              </a:extLst>
            </p:cNvPr>
            <p:cNvSpPr txBox="1"/>
            <p:nvPr/>
          </p:nvSpPr>
          <p:spPr>
            <a:xfrm>
              <a:off x="3327255" y="1740447"/>
              <a:ext cx="2320057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"Встряхиваем" список</a:t>
              </a:r>
            </a:p>
          </p:txBody>
        </p:sp>
      </p:grpSp>
      <p:grpSp>
        <p:nvGrpSpPr>
          <p:cNvPr id="44" name="Группа 43">
            <a:extLst>
              <a:ext uri="{FF2B5EF4-FFF2-40B4-BE49-F238E27FC236}">
                <a16:creationId xmlns:a16="http://schemas.microsoft.com/office/drawing/2014/main" id="{5B41907F-2367-C316-BDA0-C8B4777BB2DF}"/>
              </a:ext>
            </a:extLst>
          </p:cNvPr>
          <p:cNvGrpSpPr/>
          <p:nvPr/>
        </p:nvGrpSpPr>
        <p:grpSpPr>
          <a:xfrm>
            <a:off x="4122819" y="5431819"/>
            <a:ext cx="4365084" cy="369332"/>
            <a:chOff x="33484" y="1740447"/>
            <a:chExt cx="4324795" cy="369332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70A19FF-11CD-B09D-043A-FB72931067FF}"/>
                </a:ext>
              </a:extLst>
            </p:cNvPr>
            <p:cNvSpPr txBox="1"/>
            <p:nvPr/>
          </p:nvSpPr>
          <p:spPr>
            <a:xfrm>
              <a:off x="33484" y="1740447"/>
              <a:ext cx="1821485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>
                  <a:solidFill>
                    <a:schemeClr val="bg1"/>
                  </a:solidFill>
                </a:rPr>
                <a:t>ГОТОВЫЙ ОТЧЕТ</a:t>
              </a:r>
            </a:p>
          </p:txBody>
        </p:sp>
        <p:cxnSp>
          <p:nvCxnSpPr>
            <p:cNvPr id="46" name="Прямая со стрелкой 45">
              <a:extLst>
                <a:ext uri="{FF2B5EF4-FFF2-40B4-BE49-F238E27FC236}">
                  <a16:creationId xmlns:a16="http://schemas.microsoft.com/office/drawing/2014/main" id="{BC4BAD69-1BFA-C659-B44C-2A58993BAC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0378" y="1925113"/>
              <a:ext cx="4973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3060FFA3-A2B5-F068-2100-EC20A7BE0207}"/>
                </a:ext>
              </a:extLst>
            </p:cNvPr>
            <p:cNvSpPr txBox="1"/>
            <p:nvPr/>
          </p:nvSpPr>
          <p:spPr>
            <a:xfrm>
              <a:off x="2347682" y="1740447"/>
              <a:ext cx="2010597" cy="369332"/>
            </a:xfrm>
            <a:prstGeom prst="rect">
              <a:avLst/>
            </a:prstGeom>
            <a:solidFill>
              <a:srgbClr val="D70734"/>
            </a:solidFill>
            <a:ln w="12700">
              <a:solidFill>
                <a:srgbClr val="D70734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dirty="0"/>
                <a:t> </a:t>
              </a:r>
              <a:r>
                <a:rPr lang="ru-RU" dirty="0">
                  <a:solidFill>
                    <a:schemeClr val="bg1"/>
                  </a:solidFill>
                </a:rPr>
                <a:t>Красивая таблица</a:t>
              </a:r>
            </a:p>
          </p:txBody>
        </p:sp>
      </p:grp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86019B0B-B252-33A9-55BE-93BC7FAC2B69}"/>
              </a:ext>
            </a:extLst>
          </p:cNvPr>
          <p:cNvCxnSpPr>
            <a:cxnSpLocks/>
          </p:cNvCxnSpPr>
          <p:nvPr/>
        </p:nvCxnSpPr>
        <p:spPr>
          <a:xfrm flipH="1">
            <a:off x="5133473" y="1259282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>
            <a:extLst>
              <a:ext uri="{FF2B5EF4-FFF2-40B4-BE49-F238E27FC236}">
                <a16:creationId xmlns:a16="http://schemas.microsoft.com/office/drawing/2014/main" id="{5778A309-D149-0560-596F-18236F116E60}"/>
              </a:ext>
            </a:extLst>
          </p:cNvPr>
          <p:cNvCxnSpPr>
            <a:cxnSpLocks/>
          </p:cNvCxnSpPr>
          <p:nvPr/>
        </p:nvCxnSpPr>
        <p:spPr>
          <a:xfrm flipH="1">
            <a:off x="7058527" y="1259282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E33F9A2F-884C-7CCF-E09A-C29949979048}"/>
              </a:ext>
            </a:extLst>
          </p:cNvPr>
          <p:cNvCxnSpPr>
            <a:cxnSpLocks/>
          </p:cNvCxnSpPr>
          <p:nvPr/>
        </p:nvCxnSpPr>
        <p:spPr>
          <a:xfrm flipH="1">
            <a:off x="5627667" y="2263791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2D1CE1B8-9710-5939-888C-01FF8409C20D}"/>
              </a:ext>
            </a:extLst>
          </p:cNvPr>
          <p:cNvCxnSpPr>
            <a:cxnSpLocks/>
          </p:cNvCxnSpPr>
          <p:nvPr/>
        </p:nvCxnSpPr>
        <p:spPr>
          <a:xfrm flipH="1">
            <a:off x="7058526" y="2248999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>
            <a:extLst>
              <a:ext uri="{FF2B5EF4-FFF2-40B4-BE49-F238E27FC236}">
                <a16:creationId xmlns:a16="http://schemas.microsoft.com/office/drawing/2014/main" id="{6E87EF58-CF58-94BA-03A9-D31CDAF217A4}"/>
              </a:ext>
            </a:extLst>
          </p:cNvPr>
          <p:cNvCxnSpPr>
            <a:cxnSpLocks/>
          </p:cNvCxnSpPr>
          <p:nvPr/>
        </p:nvCxnSpPr>
        <p:spPr>
          <a:xfrm flipH="1">
            <a:off x="5010751" y="3020945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 стрелкой 53">
            <a:extLst>
              <a:ext uri="{FF2B5EF4-FFF2-40B4-BE49-F238E27FC236}">
                <a16:creationId xmlns:a16="http://schemas.microsoft.com/office/drawing/2014/main" id="{A6EDA2B7-9249-6756-B02F-2BD523E7B0D7}"/>
              </a:ext>
            </a:extLst>
          </p:cNvPr>
          <p:cNvCxnSpPr>
            <a:cxnSpLocks/>
          </p:cNvCxnSpPr>
          <p:nvPr/>
        </p:nvCxnSpPr>
        <p:spPr>
          <a:xfrm flipH="1">
            <a:off x="7058526" y="3020945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2AF3BDBE-4F41-6CD8-08C4-80D7902C1459}"/>
              </a:ext>
            </a:extLst>
          </p:cNvPr>
          <p:cNvCxnSpPr>
            <a:cxnSpLocks/>
          </p:cNvCxnSpPr>
          <p:nvPr/>
        </p:nvCxnSpPr>
        <p:spPr>
          <a:xfrm flipH="1">
            <a:off x="5010750" y="3810213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Прямая со стрелкой 55">
            <a:extLst>
              <a:ext uri="{FF2B5EF4-FFF2-40B4-BE49-F238E27FC236}">
                <a16:creationId xmlns:a16="http://schemas.microsoft.com/office/drawing/2014/main" id="{EFD48108-E933-50C3-6868-8CFE555AF54E}"/>
              </a:ext>
            </a:extLst>
          </p:cNvPr>
          <p:cNvCxnSpPr>
            <a:cxnSpLocks/>
          </p:cNvCxnSpPr>
          <p:nvPr/>
        </p:nvCxnSpPr>
        <p:spPr>
          <a:xfrm flipH="1">
            <a:off x="7347283" y="3810213"/>
            <a:ext cx="1" cy="3930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>
            <a:extLst>
              <a:ext uri="{FF2B5EF4-FFF2-40B4-BE49-F238E27FC236}">
                <a16:creationId xmlns:a16="http://schemas.microsoft.com/office/drawing/2014/main" id="{1E6EC3DF-D1F9-E88C-D71A-10F90DA51A96}"/>
              </a:ext>
            </a:extLst>
          </p:cNvPr>
          <p:cNvCxnSpPr>
            <a:cxnSpLocks/>
          </p:cNvCxnSpPr>
          <p:nvPr/>
        </p:nvCxnSpPr>
        <p:spPr>
          <a:xfrm>
            <a:off x="5246560" y="4773469"/>
            <a:ext cx="239840" cy="44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 стрелкой 58">
            <a:extLst>
              <a:ext uri="{FF2B5EF4-FFF2-40B4-BE49-F238E27FC236}">
                <a16:creationId xmlns:a16="http://schemas.microsoft.com/office/drawing/2014/main" id="{1818EDFD-1740-FDA8-0A6A-1FDD47E898D3}"/>
              </a:ext>
            </a:extLst>
          </p:cNvPr>
          <p:cNvCxnSpPr>
            <a:cxnSpLocks/>
          </p:cNvCxnSpPr>
          <p:nvPr/>
        </p:nvCxnSpPr>
        <p:spPr>
          <a:xfrm flipH="1">
            <a:off x="7331240" y="4785971"/>
            <a:ext cx="222207" cy="4037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737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Номер слайда 9">
            <a:extLst>
              <a:ext uri="{FF2B5EF4-FFF2-40B4-BE49-F238E27FC236}">
                <a16:creationId xmlns:a16="http://schemas.microsoft.com/office/drawing/2014/main" id="{2D926CA8-4C87-2564-61CB-F1D0BDC17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47960" y="6308725"/>
            <a:ext cx="1293178" cy="366395"/>
          </a:xfrm>
        </p:spPr>
        <p:txBody>
          <a:bodyPr/>
          <a:lstStyle/>
          <a:p>
            <a:fld id="{9263D04A-7E89-402A-874E-77D553104BF5}" type="slidenum">
              <a:rPr lang="ru-RU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Golos Text" panose="020B0503020202020204" pitchFamily="34" charset="0"/>
                <a:ea typeface="Golos Text" panose="020B0503020202020204" pitchFamily="34" charset="0"/>
              </a:rPr>
              <a:t>4</a:t>
            </a:fld>
            <a:endParaRPr lang="ru-RU" sz="2400">
              <a:solidFill>
                <a:schemeClr val="tx1">
                  <a:lumMod val="75000"/>
                  <a:lumOff val="25000"/>
                </a:schemeClr>
              </a:solidFill>
              <a:latin typeface="Golos Text" panose="020B0503020202020204" pitchFamily="34" charset="0"/>
              <a:ea typeface="Golos Text" panose="020B0503020202020204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5DBDFE4-EBC7-DFE9-BB5B-E20A706AF2CC}"/>
              </a:ext>
            </a:extLst>
          </p:cNvPr>
          <p:cNvSpPr/>
          <p:nvPr/>
        </p:nvSpPr>
        <p:spPr>
          <a:xfrm>
            <a:off x="0" y="293405"/>
            <a:ext cx="12192000" cy="665352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3612DA-D3F6-80AA-6BA9-9C1DE9459D4C}"/>
              </a:ext>
            </a:extLst>
          </p:cNvPr>
          <p:cNvSpPr txBox="1"/>
          <p:nvPr/>
        </p:nvSpPr>
        <p:spPr>
          <a:xfrm>
            <a:off x="453190" y="413889"/>
            <a:ext cx="518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3. КАК РАБОТАЕТ ШЕЙКЕРНАЯ СОРТИРОВКА</a:t>
            </a:r>
          </a:p>
          <a:p>
            <a:endParaRPr lang="ru-RU" dirty="0"/>
          </a:p>
        </p:txBody>
      </p:sp>
      <p:grpSp>
        <p:nvGrpSpPr>
          <p:cNvPr id="36" name="Группа 35">
            <a:extLst>
              <a:ext uri="{FF2B5EF4-FFF2-40B4-BE49-F238E27FC236}">
                <a16:creationId xmlns:a16="http://schemas.microsoft.com/office/drawing/2014/main" id="{3D02273C-22C8-CDD4-D678-6B37AC58B13D}"/>
              </a:ext>
            </a:extLst>
          </p:cNvPr>
          <p:cNvGrpSpPr/>
          <p:nvPr/>
        </p:nvGrpSpPr>
        <p:grpSpPr>
          <a:xfrm>
            <a:off x="936459" y="2097519"/>
            <a:ext cx="10172699" cy="4211206"/>
            <a:chOff x="551449" y="1616273"/>
            <a:chExt cx="10172699" cy="4211206"/>
          </a:xfrm>
        </p:grpSpPr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4A6AF122-32D4-C20C-5F0A-156E7290E384}"/>
                </a:ext>
              </a:extLst>
            </p:cNvPr>
            <p:cNvSpPr/>
            <p:nvPr/>
          </p:nvSpPr>
          <p:spPr>
            <a:xfrm>
              <a:off x="551449" y="1616273"/>
              <a:ext cx="3753852" cy="3184358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atinLnBrk="1"/>
              <a:r>
                <a:rPr lang="ru-RU" dirty="0"/>
                <a:t>ПОВТОРЯЕМ:</a:t>
              </a:r>
            </a:p>
            <a:p>
              <a:pPr latinLnBrk="1"/>
              <a:r>
                <a:rPr lang="ru-RU" dirty="0"/>
                <a:t>  1. Проход слева → направо:</a:t>
              </a:r>
            </a:p>
            <a:p>
              <a:pPr latinLnBrk="1"/>
              <a:r>
                <a:rPr lang="ru-RU" dirty="0"/>
                <a:t>     - Сравниваем соседних соискателей</a:t>
              </a:r>
            </a:p>
            <a:p>
              <a:pPr latinLnBrk="1"/>
              <a:r>
                <a:rPr lang="ru-RU" dirty="0"/>
                <a:t>     - Если порядок неправильный → меняем местами</a:t>
              </a:r>
            </a:p>
            <a:p>
              <a:pPr latinLnBrk="1"/>
              <a:r>
                <a:rPr lang="ru-RU" dirty="0"/>
                <a:t>     - "Тяжелые" элементы уплывают вправо</a:t>
              </a:r>
            </a:p>
          </p:txBody>
        </p: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90E7A910-29DC-8B44-A7ED-9CF9A97E54C7}"/>
                </a:ext>
              </a:extLst>
            </p:cNvPr>
            <p:cNvGrpSpPr/>
            <p:nvPr/>
          </p:nvGrpSpPr>
          <p:grpSpPr>
            <a:xfrm>
              <a:off x="5013158" y="3096324"/>
              <a:ext cx="1363578" cy="665352"/>
              <a:chOff x="4876800" y="3156087"/>
              <a:chExt cx="1363578" cy="665352"/>
            </a:xfrm>
          </p:grpSpPr>
          <p:sp>
            <p:nvSpPr>
              <p:cNvPr id="23" name="Стрелка: вправо 22">
                <a:extLst>
                  <a:ext uri="{FF2B5EF4-FFF2-40B4-BE49-F238E27FC236}">
                    <a16:creationId xmlns:a16="http://schemas.microsoft.com/office/drawing/2014/main" id="{5AD13F9F-BCC7-05D2-0F04-33CC930D4ECD}"/>
                  </a:ext>
                </a:extLst>
              </p:cNvPr>
              <p:cNvSpPr/>
              <p:nvPr/>
            </p:nvSpPr>
            <p:spPr>
              <a:xfrm>
                <a:off x="4876800" y="3156087"/>
                <a:ext cx="1155032" cy="665352"/>
              </a:xfrm>
              <a:prstGeom prst="rightArrow">
                <a:avLst/>
              </a:prstGeom>
              <a:solidFill>
                <a:srgbClr val="D70734"/>
              </a:solidFill>
              <a:ln>
                <a:solidFill>
                  <a:srgbClr val="D7073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B13567D-20E2-3EFE-0841-94022A39B5C1}"/>
                  </a:ext>
                </a:extLst>
              </p:cNvPr>
              <p:cNvSpPr txBox="1"/>
              <p:nvPr/>
            </p:nvSpPr>
            <p:spPr>
              <a:xfrm>
                <a:off x="4876800" y="3268215"/>
                <a:ext cx="13635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dirty="0">
                    <a:solidFill>
                      <a:schemeClr val="bg1"/>
                    </a:solidFill>
                  </a:rPr>
                  <a:t>Дальше</a:t>
                </a:r>
              </a:p>
            </p:txBody>
          </p:sp>
        </p:grpSp>
        <p:grpSp>
          <p:nvGrpSpPr>
            <p:cNvPr id="28" name="Группа 27">
              <a:extLst>
                <a:ext uri="{FF2B5EF4-FFF2-40B4-BE49-F238E27FC236}">
                  <a16:creationId xmlns:a16="http://schemas.microsoft.com/office/drawing/2014/main" id="{AB29257F-52C0-124F-1F00-CAEE2CE7F746}"/>
                </a:ext>
              </a:extLst>
            </p:cNvPr>
            <p:cNvGrpSpPr/>
            <p:nvPr/>
          </p:nvGrpSpPr>
          <p:grpSpPr>
            <a:xfrm>
              <a:off x="6970296" y="1616273"/>
              <a:ext cx="3753852" cy="3184358"/>
              <a:chOff x="7050506" y="2041562"/>
              <a:chExt cx="3753852" cy="3184358"/>
            </a:xfrm>
          </p:grpSpPr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8F40D1F6-5D7A-7E96-7B00-E288CC833644}"/>
                  </a:ext>
                </a:extLst>
              </p:cNvPr>
              <p:cNvSpPr/>
              <p:nvPr/>
            </p:nvSpPr>
            <p:spPr>
              <a:xfrm>
                <a:off x="7050506" y="2041562"/>
                <a:ext cx="3753852" cy="3184358"/>
              </a:xfrm>
              <a:prstGeom prst="rect">
                <a:avLst/>
              </a:prstGeom>
              <a:solidFill>
                <a:srgbClr val="D70734"/>
              </a:solidFill>
              <a:ln>
                <a:solidFill>
                  <a:srgbClr val="D7073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atinLnBrk="1"/>
                <a:endParaRPr lang="ru-RU" dirty="0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F5F5DA9-81EB-FEED-E488-102404C9B586}"/>
                  </a:ext>
                </a:extLst>
              </p:cNvPr>
              <p:cNvSpPr txBox="1"/>
              <p:nvPr/>
            </p:nvSpPr>
            <p:spPr>
              <a:xfrm>
                <a:off x="7078580" y="2895077"/>
                <a:ext cx="369770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1"/>
                <a:r>
                  <a:rPr lang="ru-RU" dirty="0">
                    <a:solidFill>
                      <a:schemeClr val="bg1"/>
                    </a:solidFill>
                  </a:rPr>
                  <a:t>2. Проход справа ← налево:</a:t>
                </a:r>
              </a:p>
              <a:p>
                <a:pPr latinLnBrk="1"/>
                <a:r>
                  <a:rPr lang="ru-RU" dirty="0">
                    <a:solidFill>
                      <a:schemeClr val="bg1"/>
                    </a:solidFill>
                  </a:rPr>
                  <a:t>     - Снова сравниваем соседей</a:t>
                </a:r>
              </a:p>
              <a:p>
                <a:pPr latinLnBrk="1"/>
                <a:r>
                  <a:rPr lang="ru-RU" dirty="0">
                    <a:solidFill>
                      <a:schemeClr val="bg1"/>
                    </a:solidFill>
                  </a:rPr>
                  <a:t>     - "Легкие" элементы всплывают влево</a:t>
                </a:r>
              </a:p>
              <a:p>
                <a:endParaRPr lang="ru-RU" dirty="0"/>
              </a:p>
            </p:txBody>
          </p:sp>
        </p:grpSp>
        <p:cxnSp>
          <p:nvCxnSpPr>
            <p:cNvPr id="30" name="Прямая со стрелкой 29">
              <a:extLst>
                <a:ext uri="{FF2B5EF4-FFF2-40B4-BE49-F238E27FC236}">
                  <a16:creationId xmlns:a16="http://schemas.microsoft.com/office/drawing/2014/main" id="{ECC6B3EE-1B2B-5CBF-4D88-C457652F534F}"/>
                </a:ext>
              </a:extLst>
            </p:cNvPr>
            <p:cNvCxnSpPr/>
            <p:nvPr/>
          </p:nvCxnSpPr>
          <p:spPr>
            <a:xfrm>
              <a:off x="4305301" y="4800631"/>
              <a:ext cx="362952" cy="429095"/>
            </a:xfrm>
            <a:prstGeom prst="straightConnector1">
              <a:avLst/>
            </a:prstGeom>
            <a:ln>
              <a:solidFill>
                <a:srgbClr val="D7073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 стрелкой 31">
              <a:extLst>
                <a:ext uri="{FF2B5EF4-FFF2-40B4-BE49-F238E27FC236}">
                  <a16:creationId xmlns:a16="http://schemas.microsoft.com/office/drawing/2014/main" id="{7EA2FFDD-92FC-C1A0-AD01-6D9E302AA56B}"/>
                </a:ext>
              </a:extLst>
            </p:cNvPr>
            <p:cNvCxnSpPr/>
            <p:nvPr/>
          </p:nvCxnSpPr>
          <p:spPr>
            <a:xfrm flipH="1">
              <a:off x="6625389" y="4800631"/>
              <a:ext cx="344907" cy="429095"/>
            </a:xfrm>
            <a:prstGeom prst="straightConnector1">
              <a:avLst/>
            </a:prstGeom>
            <a:ln>
              <a:solidFill>
                <a:srgbClr val="D7073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Группа 34">
              <a:extLst>
                <a:ext uri="{FF2B5EF4-FFF2-40B4-BE49-F238E27FC236}">
                  <a16:creationId xmlns:a16="http://schemas.microsoft.com/office/drawing/2014/main" id="{4816757A-4969-01C4-FA9E-914D85ED0902}"/>
                </a:ext>
              </a:extLst>
            </p:cNvPr>
            <p:cNvGrpSpPr/>
            <p:nvPr/>
          </p:nvGrpSpPr>
          <p:grpSpPr>
            <a:xfrm>
              <a:off x="4178968" y="5228828"/>
              <a:ext cx="3272589" cy="598651"/>
              <a:chOff x="4499811" y="5228829"/>
              <a:chExt cx="2498559" cy="429992"/>
            </a:xfrm>
          </p:grpSpPr>
          <p:sp>
            <p:nvSpPr>
              <p:cNvPr id="33" name="Прямоугольник 32">
                <a:extLst>
                  <a:ext uri="{FF2B5EF4-FFF2-40B4-BE49-F238E27FC236}">
                    <a16:creationId xmlns:a16="http://schemas.microsoft.com/office/drawing/2014/main" id="{E0A7DB15-F451-D0C0-9CC8-67374233C14F}"/>
                  </a:ext>
                </a:extLst>
              </p:cNvPr>
              <p:cNvSpPr/>
              <p:nvPr/>
            </p:nvSpPr>
            <p:spPr>
              <a:xfrm>
                <a:off x="4499811" y="5229726"/>
                <a:ext cx="2197768" cy="429095"/>
              </a:xfrm>
              <a:prstGeom prst="rect">
                <a:avLst/>
              </a:prstGeom>
              <a:solidFill>
                <a:srgbClr val="D70734"/>
              </a:solidFill>
              <a:ln>
                <a:solidFill>
                  <a:srgbClr val="D7073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7EF9C01-3360-63E9-8E2F-EF8D589E1537}"/>
                  </a:ext>
                </a:extLst>
              </p:cNvPr>
              <p:cNvSpPr txBox="1"/>
              <p:nvPr/>
            </p:nvSpPr>
            <p:spPr>
              <a:xfrm>
                <a:off x="4499811" y="5228829"/>
                <a:ext cx="2498559" cy="334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1600" b="1" dirty="0">
                    <a:solidFill>
                      <a:schemeClr val="bg1"/>
                    </a:solidFill>
                  </a:rPr>
                  <a:t>Результат:</a:t>
                </a:r>
                <a:r>
                  <a:rPr lang="ru-RU" sz="1600" dirty="0">
                    <a:solidFill>
                      <a:schemeClr val="bg1"/>
                    </a:solidFill>
                  </a:rPr>
                  <a:t> Отсортированный список</a:t>
                </a:r>
              </a:p>
            </p:txBody>
          </p:sp>
        </p:grp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C54A7091-5644-799B-61F2-37B2D0BF4E17}"/>
              </a:ext>
            </a:extLst>
          </p:cNvPr>
          <p:cNvSpPr txBox="1"/>
          <p:nvPr/>
        </p:nvSpPr>
        <p:spPr>
          <a:xfrm>
            <a:off x="204536" y="1034048"/>
            <a:ext cx="11594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Шейкерная</a:t>
            </a:r>
            <a:r>
              <a:rPr lang="ru-RU" dirty="0"/>
              <a:t> сортировка (</a:t>
            </a:r>
            <a:r>
              <a:rPr lang="ru-RU" dirty="0" err="1"/>
              <a:t>cocktail</a:t>
            </a:r>
            <a:r>
              <a:rPr lang="ru-RU" dirty="0"/>
              <a:t> </a:t>
            </a:r>
            <a:r>
              <a:rPr lang="ru-RU" dirty="0" err="1"/>
              <a:t>shaker</a:t>
            </a:r>
            <a:r>
              <a:rPr lang="ru-RU" dirty="0"/>
              <a:t> </a:t>
            </a:r>
            <a:r>
              <a:rPr lang="ru-RU" dirty="0" err="1"/>
              <a:t>sort</a:t>
            </a:r>
            <a:r>
              <a:rPr lang="ru-RU" dirty="0"/>
              <a:t>) — улучшенная версия пузырьковой сортировки, которая проходит по массиву в обоих направлениях. </a:t>
            </a:r>
          </a:p>
        </p:txBody>
      </p:sp>
    </p:spTree>
    <p:extLst>
      <p:ext uri="{BB962C8B-B14F-4D97-AF65-F5344CB8AC3E}">
        <p14:creationId xmlns:p14="http://schemas.microsoft.com/office/powerpoint/2010/main" val="278581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5FC64-58AC-E36A-FE14-9A13C8B2F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34A1D96-9AD5-6E28-4336-31686E0213B4}"/>
              </a:ext>
            </a:extLst>
          </p:cNvPr>
          <p:cNvSpPr/>
          <p:nvPr/>
        </p:nvSpPr>
        <p:spPr>
          <a:xfrm>
            <a:off x="11839073" y="6521116"/>
            <a:ext cx="352927" cy="336884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FBC37-5955-57A3-0435-1EDF71EB6E48}"/>
              </a:ext>
            </a:extLst>
          </p:cNvPr>
          <p:cNvSpPr txBox="1"/>
          <p:nvPr/>
        </p:nvSpPr>
        <p:spPr>
          <a:xfrm>
            <a:off x="417094" y="192505"/>
            <a:ext cx="417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D70734"/>
                </a:solidFill>
              </a:rPr>
              <a:t>4. </a:t>
            </a:r>
            <a:r>
              <a:rPr lang="ru-RU" b="1" dirty="0"/>
              <a:t>ПРИМЕРАМИ РАБОТЫ ПРОГРАММЫ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FD429-CA49-A7FA-757D-69FD52EF75A3}"/>
              </a:ext>
            </a:extLst>
          </p:cNvPr>
          <p:cNvSpPr txBox="1"/>
          <p:nvPr/>
        </p:nvSpPr>
        <p:spPr>
          <a:xfrm>
            <a:off x="739942" y="694123"/>
            <a:ext cx="3783932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 1: Добавление новой записи.</a:t>
            </a:r>
            <a:endParaRPr lang="ru-RU" sz="2000" b="1" kern="100" dirty="0"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DDE914-4CA8-B14E-F5C4-B8AA5A22F83A}"/>
              </a:ext>
            </a:extLst>
          </p:cNvPr>
          <p:cNvSpPr txBox="1"/>
          <p:nvPr/>
        </p:nvSpPr>
        <p:spPr>
          <a:xfrm>
            <a:off x="290763" y="1070508"/>
            <a:ext cx="4866774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Выбрать пункт меню "2. Добавить запись"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9CBCEB-07A0-65AE-ECBD-908FB0184CA7}"/>
              </a:ext>
            </a:extLst>
          </p:cNvPr>
          <p:cNvSpPr txBox="1"/>
          <p:nvPr/>
        </p:nvSpPr>
        <p:spPr>
          <a:xfrm>
            <a:off x="290763" y="1550819"/>
            <a:ext cx="6100010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Ввести данные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Фамилия: Цветков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Имя: Михаил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Отчество: Иванович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Пол: "М"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Дата: 1990, 1, 1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Специальность: "Тестировщик"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Стаж: 5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Языки: "Английский"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Оклад: 80000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702C01B-A5E7-5AFE-6366-D32A4E9DB6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972" y="1167032"/>
            <a:ext cx="6178398" cy="24825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9" name="Рисунок 18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898A4F-FDD7-76AA-5C76-E0D84BE3BD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6971" y="4033385"/>
            <a:ext cx="6241365" cy="231299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452852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4DECA-86D2-BA6D-7B13-256A51900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F0F74F7-A3A8-78B5-E836-74AFA3A6F975}"/>
              </a:ext>
            </a:extLst>
          </p:cNvPr>
          <p:cNvSpPr/>
          <p:nvPr/>
        </p:nvSpPr>
        <p:spPr>
          <a:xfrm>
            <a:off x="11839073" y="6521116"/>
            <a:ext cx="352927" cy="336884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mianSansTypeface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F4F924-E587-2439-A482-BD8801B7DBB2}"/>
              </a:ext>
            </a:extLst>
          </p:cNvPr>
          <p:cNvSpPr txBox="1"/>
          <p:nvPr/>
        </p:nvSpPr>
        <p:spPr>
          <a:xfrm>
            <a:off x="417094" y="192505"/>
            <a:ext cx="417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D70734"/>
                </a:solidFill>
                <a:effectLst/>
                <a:uLnTx/>
                <a:uFillTx/>
                <a:latin typeface="PermianSansTypeface"/>
                <a:ea typeface="+mn-ea"/>
                <a:cs typeface="+mn-cs"/>
              </a:rPr>
              <a:t>4.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mianSansTypeface"/>
                <a:ea typeface="+mn-ea"/>
                <a:cs typeface="+mn-cs"/>
              </a:rPr>
              <a:t>ПРИМЕРАМИ РАБОТЫ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3A2F8B-7F5C-B6B8-CA56-CEBA42CECA64}"/>
              </a:ext>
            </a:extLst>
          </p:cNvPr>
          <p:cNvSpPr txBox="1"/>
          <p:nvPr/>
        </p:nvSpPr>
        <p:spPr>
          <a:xfrm>
            <a:off x="417094" y="561837"/>
            <a:ext cx="6100010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None/>
            </a:pPr>
            <a:r>
              <a:rPr lang="ru-RU" sz="18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 3: Формирование отчета 1</a:t>
            </a:r>
            <a:endParaRPr lang="ru-RU" sz="2000" b="1" kern="100" dirty="0">
              <a:effectLst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983F3B-2B71-A08E-2985-F3EE7B935CE1}"/>
              </a:ext>
            </a:extLst>
          </p:cNvPr>
          <p:cNvSpPr txBox="1"/>
          <p:nvPr/>
        </p:nvSpPr>
        <p:spPr>
          <a:xfrm>
            <a:off x="248652" y="1020648"/>
            <a:ext cx="4144879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Выбрать пункт меню "5. Отчет 1"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370D7E-4269-025A-C8AE-0DC63569CD3D}"/>
              </a:ext>
            </a:extLst>
          </p:cNvPr>
          <p:cNvSpPr txBox="1"/>
          <p:nvPr/>
        </p:nvSpPr>
        <p:spPr>
          <a:xfrm>
            <a:off x="248652" y="1603822"/>
            <a:ext cx="6156157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Записи отсортированы сначала по специальности (по алфавиту);</a:t>
            </a:r>
            <a:endParaRPr lang="ru-RU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285750" indent="-28575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Внутри каждой специальности записи отсортированы по фамилии (по алфавиту).</a:t>
            </a:r>
            <a:endParaRPr lang="ru-RU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F7F178C-28B3-2660-0888-2494F97AB3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758" y="2456106"/>
            <a:ext cx="5630778" cy="417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54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FC7C9-D254-1199-8556-E5F17651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CAB7788-4467-3E74-3BEE-90FB4B8FD904}"/>
              </a:ext>
            </a:extLst>
          </p:cNvPr>
          <p:cNvSpPr/>
          <p:nvPr/>
        </p:nvSpPr>
        <p:spPr>
          <a:xfrm>
            <a:off x="11839073" y="6521116"/>
            <a:ext cx="352927" cy="336884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ermianSansTypeface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D5719E-2CAB-E859-FD3D-C0BA1C116FED}"/>
              </a:ext>
            </a:extLst>
          </p:cNvPr>
          <p:cNvSpPr txBox="1"/>
          <p:nvPr/>
        </p:nvSpPr>
        <p:spPr>
          <a:xfrm>
            <a:off x="417094" y="192505"/>
            <a:ext cx="4170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D70734"/>
                </a:solidFill>
                <a:effectLst/>
                <a:uLnTx/>
                <a:uFillTx/>
                <a:latin typeface="PermianSansTypeface"/>
                <a:ea typeface="+mn-ea"/>
                <a:cs typeface="+mn-cs"/>
              </a:rPr>
              <a:t>4.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mianSansTypeface"/>
                <a:ea typeface="+mn-ea"/>
                <a:cs typeface="+mn-cs"/>
              </a:rPr>
              <a:t>ПРИМЕРАМИ РАБОТЫ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A96DC5-4532-5C84-C96E-1EB024311052}"/>
              </a:ext>
            </a:extLst>
          </p:cNvPr>
          <p:cNvSpPr txBox="1"/>
          <p:nvPr/>
        </p:nvSpPr>
        <p:spPr>
          <a:xfrm>
            <a:off x="417094" y="561837"/>
            <a:ext cx="6100010" cy="376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80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 4: Формирование отчета 2</a:t>
            </a:r>
            <a:endParaRPr kumimoji="0" lang="ru-RU" sz="2000" b="1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A2C2C-1734-6197-F77C-882D4D7E6C4C}"/>
              </a:ext>
            </a:extLst>
          </p:cNvPr>
          <p:cNvSpPr txBox="1"/>
          <p:nvPr/>
        </p:nvSpPr>
        <p:spPr>
          <a:xfrm>
            <a:off x="298783" y="998982"/>
            <a:ext cx="6100010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Выбрать пункт меню 6. «Отчёт 2»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Ввести специальность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программист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7" name="Рисунок 6" descr="Изображение выглядит как снимок экрана, текст, Мультимедийное программное обеспечение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819335B-FD35-A9E8-52CF-54CF073C2A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755" y="825927"/>
            <a:ext cx="6502937" cy="17408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DF36C3-0F54-46D0-CE95-59D271FCDAEB}"/>
              </a:ext>
            </a:extLst>
          </p:cNvPr>
          <p:cNvSpPr txBox="1"/>
          <p:nvPr/>
        </p:nvSpPr>
        <p:spPr>
          <a:xfrm>
            <a:off x="162426" y="2684202"/>
            <a:ext cx="6100010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Отображаются только программисты</a:t>
            </a:r>
            <a:r>
              <a:rPr lang="en-US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18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Записи отсортированы по стажу (по убыванию), полу (М→Ж), фамилии (по алфавиту).</a:t>
            </a:r>
            <a:endParaRPr lang="ru-RU" sz="1800" kern="100" dirty="0">
              <a:effectLst/>
              <a:latin typeface="Times New Roman" panose="02020603050405020304" pitchFamily="18" charset="0"/>
              <a:ea typeface="Aptos" panose="020B0004020202020204" pitchFamily="34" charset="0"/>
            </a:endParaRPr>
          </a:p>
        </p:txBody>
      </p:sp>
      <p:pic>
        <p:nvPicPr>
          <p:cNvPr id="11" name="Рисунок 10" descr="Изображение выглядит как снимок экрана, текст, Шрифт">
            <a:extLst>
              <a:ext uri="{FF2B5EF4-FFF2-40B4-BE49-F238E27FC236}">
                <a16:creationId xmlns:a16="http://schemas.microsoft.com/office/drawing/2014/main" id="{C71DE2E5-1E54-4CD8-87B6-6846BAF830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763" y="4026327"/>
            <a:ext cx="7218310" cy="16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A6AA418-ADCA-BCAC-AD63-ACF11C3A37A3}"/>
              </a:ext>
            </a:extLst>
          </p:cNvPr>
          <p:cNvSpPr/>
          <p:nvPr/>
        </p:nvSpPr>
        <p:spPr>
          <a:xfrm>
            <a:off x="0" y="293405"/>
            <a:ext cx="12192000" cy="665352"/>
          </a:xfrm>
          <a:prstGeom prst="rect">
            <a:avLst/>
          </a:prstGeom>
          <a:solidFill>
            <a:srgbClr val="D70734"/>
          </a:solidFill>
          <a:ln>
            <a:solidFill>
              <a:srgbClr val="D7073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9EA62A-F5F4-FF18-E940-C0C8E58469F6}"/>
              </a:ext>
            </a:extLst>
          </p:cNvPr>
          <p:cNvSpPr txBox="1"/>
          <p:nvPr/>
        </p:nvSpPr>
        <p:spPr>
          <a:xfrm>
            <a:off x="737937" y="404865"/>
            <a:ext cx="3553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РЕЗУЛЬТАТЫ РАБОТЫ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95307CD9-9B4B-EF9D-F275-90D9D0E216E9}"/>
              </a:ext>
            </a:extLst>
          </p:cNvPr>
          <p:cNvGrpSpPr/>
          <p:nvPr/>
        </p:nvGrpSpPr>
        <p:grpSpPr>
          <a:xfrm>
            <a:off x="449196" y="1162656"/>
            <a:ext cx="5959625" cy="3693319"/>
            <a:chOff x="3104164" y="1070217"/>
            <a:chExt cx="5959625" cy="369331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79A057-2F9A-F977-F7BB-3555494E4A78}"/>
                </a:ext>
              </a:extLst>
            </p:cNvPr>
            <p:cNvSpPr txBox="1"/>
            <p:nvPr/>
          </p:nvSpPr>
          <p:spPr>
            <a:xfrm>
              <a:off x="3276600" y="1070217"/>
              <a:ext cx="5787189" cy="36933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ru-RU" b="1" i="0" dirty="0">
                  <a:effectLst/>
                  <a:latin typeface="quote-cjk-patch"/>
                </a:rPr>
                <a:t>ВЫПОЛНЕННЫЕ ЗАДАЧИ:</a:t>
              </a:r>
            </a:p>
            <a:p>
              <a:pPr algn="l"/>
              <a:br>
                <a:rPr lang="ru-RU" b="0" i="0" dirty="0">
                  <a:effectLst/>
                  <a:latin typeface="quote-cjk-patch"/>
                </a:rPr>
              </a:br>
              <a:r>
                <a:rPr lang="ru-RU" b="0" i="0" dirty="0">
                  <a:effectLst/>
                  <a:latin typeface="quote-cjk-patch"/>
                </a:rPr>
                <a:t>Разработана структура данных для хранения </a:t>
              </a:r>
              <a:r>
                <a:rPr lang="ru-RU" b="0" i="0" dirty="0" err="1">
                  <a:effectLst/>
                  <a:latin typeface="quote-cjk-patch"/>
                </a:rPr>
                <a:t>информаци</a:t>
              </a:r>
              <a:endParaRPr lang="ru-RU" b="0" i="0" dirty="0">
                <a:effectLst/>
                <a:latin typeface="quote-cjk-patch"/>
              </a:endParaRPr>
            </a:p>
            <a:p>
              <a:pPr algn="l"/>
              <a:endParaRPr lang="ru-RU" b="0" i="0" dirty="0">
                <a:effectLst/>
                <a:latin typeface="quote-cjk-patch"/>
              </a:endParaRPr>
            </a:p>
            <a:p>
              <a:pPr algn="l"/>
              <a:r>
                <a:rPr lang="ru-RU" b="0" i="0" dirty="0">
                  <a:effectLst/>
                  <a:latin typeface="quote-cjk-patch"/>
                </a:rPr>
                <a:t>Реализована </a:t>
              </a:r>
              <a:r>
                <a:rPr lang="ru-RU" b="0" i="0" dirty="0" err="1">
                  <a:effectLst/>
                  <a:latin typeface="quote-cjk-patch"/>
                </a:rPr>
                <a:t>шейкерная</a:t>
              </a:r>
              <a:r>
                <a:rPr lang="ru-RU" b="0" i="0" dirty="0">
                  <a:effectLst/>
                  <a:latin typeface="quote-cjk-patch"/>
                </a:rPr>
                <a:t> сортировка</a:t>
              </a:r>
            </a:p>
            <a:p>
              <a:pPr algn="l"/>
              <a:br>
                <a:rPr lang="ru-RU" b="0" i="0" dirty="0">
                  <a:effectLst/>
                  <a:latin typeface="quote-cjk-patch"/>
                </a:rPr>
              </a:br>
              <a:r>
                <a:rPr lang="ru-RU" b="0" i="0" dirty="0">
                  <a:effectLst/>
                  <a:latin typeface="quote-cjk-patch"/>
                </a:rPr>
                <a:t>Обеспечена многокритериальная сортировка</a:t>
              </a:r>
            </a:p>
            <a:p>
              <a:pPr algn="l"/>
              <a:br>
                <a:rPr lang="ru-RU" b="0" i="0" dirty="0">
                  <a:effectLst/>
                  <a:latin typeface="quote-cjk-patch"/>
                </a:rPr>
              </a:br>
              <a:r>
                <a:rPr lang="ru-RU" b="0" i="0" dirty="0">
                  <a:effectLst/>
                  <a:latin typeface="quote-cjk-patch"/>
                </a:rPr>
                <a:t>Создан удобный пользовательский интерфейс</a:t>
              </a:r>
            </a:p>
            <a:p>
              <a:pPr algn="l"/>
              <a:br>
                <a:rPr lang="ru-RU" b="0" i="0" dirty="0">
                  <a:effectLst/>
                  <a:latin typeface="quote-cjk-patch"/>
                </a:rPr>
              </a:br>
              <a:r>
                <a:rPr lang="ru-RU" b="0" i="0" dirty="0">
                  <a:effectLst/>
                  <a:latin typeface="quote-cjk-patch"/>
                </a:rPr>
                <a:t> Реализованы все требуемые отчеты</a:t>
              </a:r>
            </a:p>
            <a:p>
              <a:pPr algn="l"/>
              <a:br>
                <a:rPr lang="ru-RU" b="0" i="0" dirty="0">
                  <a:effectLst/>
                  <a:latin typeface="quote-cjk-patch"/>
                </a:rPr>
              </a:br>
              <a:endParaRPr lang="ru-RU" b="0" i="0" dirty="0">
                <a:effectLst/>
                <a:latin typeface="quote-cjk-patch"/>
              </a:endParaRPr>
            </a:p>
          </p:txBody>
        </p:sp>
        <p:sp>
          <p:nvSpPr>
            <p:cNvPr id="9" name="Shape 2911">
              <a:extLst>
                <a:ext uri="{FF2B5EF4-FFF2-40B4-BE49-F238E27FC236}">
                  <a16:creationId xmlns:a16="http://schemas.microsoft.com/office/drawing/2014/main" id="{CB515A91-862F-78E3-465E-AD16BE9EC4E3}"/>
                </a:ext>
              </a:extLst>
            </p:cNvPr>
            <p:cNvSpPr/>
            <p:nvPr/>
          </p:nvSpPr>
          <p:spPr>
            <a:xfrm>
              <a:off x="3104167" y="1681842"/>
              <a:ext cx="172433" cy="215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19962"/>
                  </a:moveTo>
                  <a:lnTo>
                    <a:pt x="1800" y="1638"/>
                  </a:lnTo>
                  <a:lnTo>
                    <a:pt x="19397" y="10800"/>
                  </a:lnTo>
                  <a:cubicBezTo>
                    <a:pt x="19397" y="10800"/>
                    <a:pt x="1800" y="19962"/>
                    <a:pt x="1800" y="19962"/>
                  </a:cubicBezTo>
                  <a:close/>
                  <a:moveTo>
                    <a:pt x="21600" y="10800"/>
                  </a:moveTo>
                  <a:cubicBezTo>
                    <a:pt x="21600" y="10660"/>
                    <a:pt x="21491" y="10536"/>
                    <a:pt x="21318" y="10446"/>
                  </a:cubicBezTo>
                  <a:lnTo>
                    <a:pt x="21321" y="10445"/>
                  </a:lnTo>
                  <a:lnTo>
                    <a:pt x="1521" y="136"/>
                  </a:lnTo>
                  <a:lnTo>
                    <a:pt x="1519" y="137"/>
                  </a:lnTo>
                  <a:cubicBezTo>
                    <a:pt x="1357" y="53"/>
                    <a:pt x="1141" y="0"/>
                    <a:pt x="900" y="0"/>
                  </a:cubicBezTo>
                  <a:cubicBezTo>
                    <a:pt x="403" y="0"/>
                    <a:pt x="0" y="220"/>
                    <a:pt x="0" y="491"/>
                  </a:cubicBezTo>
                  <a:lnTo>
                    <a:pt x="0" y="21109"/>
                  </a:lnTo>
                  <a:cubicBezTo>
                    <a:pt x="0" y="21380"/>
                    <a:pt x="403" y="21600"/>
                    <a:pt x="900" y="21600"/>
                  </a:cubicBezTo>
                  <a:cubicBezTo>
                    <a:pt x="1141" y="21600"/>
                    <a:pt x="1357" y="21547"/>
                    <a:pt x="1519" y="21463"/>
                  </a:cubicBezTo>
                  <a:lnTo>
                    <a:pt x="1521" y="21465"/>
                  </a:lnTo>
                  <a:lnTo>
                    <a:pt x="21321" y="11155"/>
                  </a:lnTo>
                  <a:lnTo>
                    <a:pt x="21318" y="11154"/>
                  </a:lnTo>
                  <a:cubicBezTo>
                    <a:pt x="21491" y="11065"/>
                    <a:pt x="21600" y="10940"/>
                    <a:pt x="21600" y="10800"/>
                  </a:cubicBezTo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22860" rIns="2286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1"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sz="1450"/>
            </a:p>
          </p:txBody>
        </p:sp>
        <p:sp>
          <p:nvSpPr>
            <p:cNvPr id="10" name="Shape 2911">
              <a:extLst>
                <a:ext uri="{FF2B5EF4-FFF2-40B4-BE49-F238E27FC236}">
                  <a16:creationId xmlns:a16="http://schemas.microsoft.com/office/drawing/2014/main" id="{DF6A792E-CF2F-AB70-1269-91CF9E8C72F4}"/>
                </a:ext>
              </a:extLst>
            </p:cNvPr>
            <p:cNvSpPr/>
            <p:nvPr/>
          </p:nvSpPr>
          <p:spPr>
            <a:xfrm>
              <a:off x="3104167" y="2273767"/>
              <a:ext cx="172433" cy="215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19962"/>
                  </a:moveTo>
                  <a:lnTo>
                    <a:pt x="1800" y="1638"/>
                  </a:lnTo>
                  <a:lnTo>
                    <a:pt x="19397" y="10800"/>
                  </a:lnTo>
                  <a:cubicBezTo>
                    <a:pt x="19397" y="10800"/>
                    <a:pt x="1800" y="19962"/>
                    <a:pt x="1800" y="19962"/>
                  </a:cubicBezTo>
                  <a:close/>
                  <a:moveTo>
                    <a:pt x="21600" y="10800"/>
                  </a:moveTo>
                  <a:cubicBezTo>
                    <a:pt x="21600" y="10660"/>
                    <a:pt x="21491" y="10536"/>
                    <a:pt x="21318" y="10446"/>
                  </a:cubicBezTo>
                  <a:lnTo>
                    <a:pt x="21321" y="10445"/>
                  </a:lnTo>
                  <a:lnTo>
                    <a:pt x="1521" y="136"/>
                  </a:lnTo>
                  <a:lnTo>
                    <a:pt x="1519" y="137"/>
                  </a:lnTo>
                  <a:cubicBezTo>
                    <a:pt x="1357" y="53"/>
                    <a:pt x="1141" y="0"/>
                    <a:pt x="900" y="0"/>
                  </a:cubicBezTo>
                  <a:cubicBezTo>
                    <a:pt x="403" y="0"/>
                    <a:pt x="0" y="220"/>
                    <a:pt x="0" y="491"/>
                  </a:cubicBezTo>
                  <a:lnTo>
                    <a:pt x="0" y="21109"/>
                  </a:lnTo>
                  <a:cubicBezTo>
                    <a:pt x="0" y="21380"/>
                    <a:pt x="403" y="21600"/>
                    <a:pt x="900" y="21600"/>
                  </a:cubicBezTo>
                  <a:cubicBezTo>
                    <a:pt x="1141" y="21600"/>
                    <a:pt x="1357" y="21547"/>
                    <a:pt x="1519" y="21463"/>
                  </a:cubicBezTo>
                  <a:lnTo>
                    <a:pt x="1521" y="21465"/>
                  </a:lnTo>
                  <a:lnTo>
                    <a:pt x="21321" y="11155"/>
                  </a:lnTo>
                  <a:lnTo>
                    <a:pt x="21318" y="11154"/>
                  </a:lnTo>
                  <a:cubicBezTo>
                    <a:pt x="21491" y="11065"/>
                    <a:pt x="21600" y="10940"/>
                    <a:pt x="21600" y="10800"/>
                  </a:cubicBezTo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22860" rIns="2286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1"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sz="1450"/>
            </a:p>
          </p:txBody>
        </p:sp>
        <p:sp>
          <p:nvSpPr>
            <p:cNvPr id="11" name="Shape 2911">
              <a:extLst>
                <a:ext uri="{FF2B5EF4-FFF2-40B4-BE49-F238E27FC236}">
                  <a16:creationId xmlns:a16="http://schemas.microsoft.com/office/drawing/2014/main" id="{BC17EDC1-CFE9-D895-6224-E12F0BCAD4F8}"/>
                </a:ext>
              </a:extLst>
            </p:cNvPr>
            <p:cNvSpPr/>
            <p:nvPr/>
          </p:nvSpPr>
          <p:spPr>
            <a:xfrm>
              <a:off x="3104166" y="2808944"/>
              <a:ext cx="172433" cy="215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19962"/>
                  </a:moveTo>
                  <a:lnTo>
                    <a:pt x="1800" y="1638"/>
                  </a:lnTo>
                  <a:lnTo>
                    <a:pt x="19397" y="10800"/>
                  </a:lnTo>
                  <a:cubicBezTo>
                    <a:pt x="19397" y="10800"/>
                    <a:pt x="1800" y="19962"/>
                    <a:pt x="1800" y="19962"/>
                  </a:cubicBezTo>
                  <a:close/>
                  <a:moveTo>
                    <a:pt x="21600" y="10800"/>
                  </a:moveTo>
                  <a:cubicBezTo>
                    <a:pt x="21600" y="10660"/>
                    <a:pt x="21491" y="10536"/>
                    <a:pt x="21318" y="10446"/>
                  </a:cubicBezTo>
                  <a:lnTo>
                    <a:pt x="21321" y="10445"/>
                  </a:lnTo>
                  <a:lnTo>
                    <a:pt x="1521" y="136"/>
                  </a:lnTo>
                  <a:lnTo>
                    <a:pt x="1519" y="137"/>
                  </a:lnTo>
                  <a:cubicBezTo>
                    <a:pt x="1357" y="53"/>
                    <a:pt x="1141" y="0"/>
                    <a:pt x="900" y="0"/>
                  </a:cubicBezTo>
                  <a:cubicBezTo>
                    <a:pt x="403" y="0"/>
                    <a:pt x="0" y="220"/>
                    <a:pt x="0" y="491"/>
                  </a:cubicBezTo>
                  <a:lnTo>
                    <a:pt x="0" y="21109"/>
                  </a:lnTo>
                  <a:cubicBezTo>
                    <a:pt x="0" y="21380"/>
                    <a:pt x="403" y="21600"/>
                    <a:pt x="900" y="21600"/>
                  </a:cubicBezTo>
                  <a:cubicBezTo>
                    <a:pt x="1141" y="21600"/>
                    <a:pt x="1357" y="21547"/>
                    <a:pt x="1519" y="21463"/>
                  </a:cubicBezTo>
                  <a:lnTo>
                    <a:pt x="1521" y="21465"/>
                  </a:lnTo>
                  <a:lnTo>
                    <a:pt x="21321" y="11155"/>
                  </a:lnTo>
                  <a:lnTo>
                    <a:pt x="21318" y="11154"/>
                  </a:lnTo>
                  <a:cubicBezTo>
                    <a:pt x="21491" y="11065"/>
                    <a:pt x="21600" y="10940"/>
                    <a:pt x="21600" y="10800"/>
                  </a:cubicBezTo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22860" rIns="2286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1"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sz="1450"/>
            </a:p>
          </p:txBody>
        </p:sp>
        <p:sp>
          <p:nvSpPr>
            <p:cNvPr id="12" name="Shape 2911">
              <a:extLst>
                <a:ext uri="{FF2B5EF4-FFF2-40B4-BE49-F238E27FC236}">
                  <a16:creationId xmlns:a16="http://schemas.microsoft.com/office/drawing/2014/main" id="{DE9DB194-7335-571B-2184-CED538189A87}"/>
                </a:ext>
              </a:extLst>
            </p:cNvPr>
            <p:cNvSpPr/>
            <p:nvPr/>
          </p:nvSpPr>
          <p:spPr>
            <a:xfrm>
              <a:off x="3104165" y="3321068"/>
              <a:ext cx="172433" cy="215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19962"/>
                  </a:moveTo>
                  <a:lnTo>
                    <a:pt x="1800" y="1638"/>
                  </a:lnTo>
                  <a:lnTo>
                    <a:pt x="19397" y="10800"/>
                  </a:lnTo>
                  <a:cubicBezTo>
                    <a:pt x="19397" y="10800"/>
                    <a:pt x="1800" y="19962"/>
                    <a:pt x="1800" y="19962"/>
                  </a:cubicBezTo>
                  <a:close/>
                  <a:moveTo>
                    <a:pt x="21600" y="10800"/>
                  </a:moveTo>
                  <a:cubicBezTo>
                    <a:pt x="21600" y="10660"/>
                    <a:pt x="21491" y="10536"/>
                    <a:pt x="21318" y="10446"/>
                  </a:cubicBezTo>
                  <a:lnTo>
                    <a:pt x="21321" y="10445"/>
                  </a:lnTo>
                  <a:lnTo>
                    <a:pt x="1521" y="136"/>
                  </a:lnTo>
                  <a:lnTo>
                    <a:pt x="1519" y="137"/>
                  </a:lnTo>
                  <a:cubicBezTo>
                    <a:pt x="1357" y="53"/>
                    <a:pt x="1141" y="0"/>
                    <a:pt x="900" y="0"/>
                  </a:cubicBezTo>
                  <a:cubicBezTo>
                    <a:pt x="403" y="0"/>
                    <a:pt x="0" y="220"/>
                    <a:pt x="0" y="491"/>
                  </a:cubicBezTo>
                  <a:lnTo>
                    <a:pt x="0" y="21109"/>
                  </a:lnTo>
                  <a:cubicBezTo>
                    <a:pt x="0" y="21380"/>
                    <a:pt x="403" y="21600"/>
                    <a:pt x="900" y="21600"/>
                  </a:cubicBezTo>
                  <a:cubicBezTo>
                    <a:pt x="1141" y="21600"/>
                    <a:pt x="1357" y="21547"/>
                    <a:pt x="1519" y="21463"/>
                  </a:cubicBezTo>
                  <a:lnTo>
                    <a:pt x="1521" y="21465"/>
                  </a:lnTo>
                  <a:lnTo>
                    <a:pt x="21321" y="11155"/>
                  </a:lnTo>
                  <a:lnTo>
                    <a:pt x="21318" y="11154"/>
                  </a:lnTo>
                  <a:cubicBezTo>
                    <a:pt x="21491" y="11065"/>
                    <a:pt x="21600" y="10940"/>
                    <a:pt x="21600" y="10800"/>
                  </a:cubicBezTo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22860" rIns="2286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1"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sz="1450"/>
            </a:p>
          </p:txBody>
        </p:sp>
        <p:sp>
          <p:nvSpPr>
            <p:cNvPr id="13" name="Shape 2911">
              <a:extLst>
                <a:ext uri="{FF2B5EF4-FFF2-40B4-BE49-F238E27FC236}">
                  <a16:creationId xmlns:a16="http://schemas.microsoft.com/office/drawing/2014/main" id="{A3966E6A-5981-9C1A-88EC-7725B9352915}"/>
                </a:ext>
              </a:extLst>
            </p:cNvPr>
            <p:cNvSpPr/>
            <p:nvPr/>
          </p:nvSpPr>
          <p:spPr>
            <a:xfrm>
              <a:off x="3104164" y="3856245"/>
              <a:ext cx="172433" cy="2158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00" y="19962"/>
                  </a:moveTo>
                  <a:lnTo>
                    <a:pt x="1800" y="1638"/>
                  </a:lnTo>
                  <a:lnTo>
                    <a:pt x="19397" y="10800"/>
                  </a:lnTo>
                  <a:cubicBezTo>
                    <a:pt x="19397" y="10800"/>
                    <a:pt x="1800" y="19962"/>
                    <a:pt x="1800" y="19962"/>
                  </a:cubicBezTo>
                  <a:close/>
                  <a:moveTo>
                    <a:pt x="21600" y="10800"/>
                  </a:moveTo>
                  <a:cubicBezTo>
                    <a:pt x="21600" y="10660"/>
                    <a:pt x="21491" y="10536"/>
                    <a:pt x="21318" y="10446"/>
                  </a:cubicBezTo>
                  <a:lnTo>
                    <a:pt x="21321" y="10445"/>
                  </a:lnTo>
                  <a:lnTo>
                    <a:pt x="1521" y="136"/>
                  </a:lnTo>
                  <a:lnTo>
                    <a:pt x="1519" y="137"/>
                  </a:lnTo>
                  <a:cubicBezTo>
                    <a:pt x="1357" y="53"/>
                    <a:pt x="1141" y="0"/>
                    <a:pt x="900" y="0"/>
                  </a:cubicBezTo>
                  <a:cubicBezTo>
                    <a:pt x="403" y="0"/>
                    <a:pt x="0" y="220"/>
                    <a:pt x="0" y="491"/>
                  </a:cubicBezTo>
                  <a:lnTo>
                    <a:pt x="0" y="21109"/>
                  </a:lnTo>
                  <a:cubicBezTo>
                    <a:pt x="0" y="21380"/>
                    <a:pt x="403" y="21600"/>
                    <a:pt x="900" y="21600"/>
                  </a:cubicBezTo>
                  <a:cubicBezTo>
                    <a:pt x="1141" y="21600"/>
                    <a:pt x="1357" y="21547"/>
                    <a:pt x="1519" y="21463"/>
                  </a:cubicBezTo>
                  <a:lnTo>
                    <a:pt x="1521" y="21465"/>
                  </a:lnTo>
                  <a:lnTo>
                    <a:pt x="21321" y="11155"/>
                  </a:lnTo>
                  <a:lnTo>
                    <a:pt x="21318" y="11154"/>
                  </a:lnTo>
                  <a:cubicBezTo>
                    <a:pt x="21491" y="11065"/>
                    <a:pt x="21600" y="10940"/>
                    <a:pt x="21600" y="10800"/>
                  </a:cubicBezTo>
                </a:path>
              </a:pathLst>
            </a:custGeom>
            <a:solidFill>
              <a:schemeClr val="accent6"/>
            </a:solidFill>
            <a:ln w="12700">
              <a:miter lim="400000"/>
            </a:ln>
          </p:spPr>
          <p:txBody>
            <a:bodyPr lIns="22860" rIns="22860" anchor="ctr"/>
            <a:lstStyle>
              <a:defPPr>
                <a:defRPr lang="ru-RU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1">
                <a:defRPr sz="29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  <a:latin typeface="Lato Regular"/>
                  <a:ea typeface="Lato Regular"/>
                  <a:cs typeface="Lato Regular"/>
                  <a:sym typeface="Lato Regular"/>
                </a:defRPr>
              </a:pPr>
              <a:endParaRPr sz="145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0B816CFF-0B67-2F70-8F10-9658D8AFE055}"/>
              </a:ext>
            </a:extLst>
          </p:cNvPr>
          <p:cNvGrpSpPr/>
          <p:nvPr/>
        </p:nvGrpSpPr>
        <p:grpSpPr>
          <a:xfrm>
            <a:off x="11229471" y="5914720"/>
            <a:ext cx="962529" cy="943280"/>
            <a:chOff x="11229471" y="5914720"/>
            <a:chExt cx="962529" cy="943280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6EA900C5-4C4B-2353-1D2A-01BB7DAC1D0F}"/>
                </a:ext>
              </a:extLst>
            </p:cNvPr>
            <p:cNvSpPr/>
            <p:nvPr/>
          </p:nvSpPr>
          <p:spPr>
            <a:xfrm>
              <a:off x="11871157" y="6546247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9D00FD3B-5ACB-6275-ACF6-61B5A3D97148}"/>
                </a:ext>
              </a:extLst>
            </p:cNvPr>
            <p:cNvSpPr/>
            <p:nvPr/>
          </p:nvSpPr>
          <p:spPr>
            <a:xfrm>
              <a:off x="11550314" y="6234494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03C23D0F-604B-F96C-469D-DC9A0C7B312C}"/>
                </a:ext>
              </a:extLst>
            </p:cNvPr>
            <p:cNvSpPr/>
            <p:nvPr/>
          </p:nvSpPr>
          <p:spPr>
            <a:xfrm>
              <a:off x="11871157" y="5914720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83F1EA5-D1CE-FA03-7A07-2DA247D7190A}"/>
                </a:ext>
              </a:extLst>
            </p:cNvPr>
            <p:cNvSpPr/>
            <p:nvPr/>
          </p:nvSpPr>
          <p:spPr>
            <a:xfrm>
              <a:off x="11229471" y="6538226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CBEC57E7-64F9-F040-9F1D-92F8906F3CCC}"/>
              </a:ext>
            </a:extLst>
          </p:cNvPr>
          <p:cNvGrpSpPr/>
          <p:nvPr/>
        </p:nvGrpSpPr>
        <p:grpSpPr>
          <a:xfrm rot="5400000">
            <a:off x="-9625" y="5905096"/>
            <a:ext cx="962529" cy="943280"/>
            <a:chOff x="11229471" y="5914720"/>
            <a:chExt cx="962529" cy="943280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84DE0A1E-98F3-3412-7E92-13F3E2F8DC55}"/>
                </a:ext>
              </a:extLst>
            </p:cNvPr>
            <p:cNvSpPr/>
            <p:nvPr/>
          </p:nvSpPr>
          <p:spPr>
            <a:xfrm>
              <a:off x="11871157" y="6546247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5C864071-0828-735C-3D38-4AEC9412B08F}"/>
                </a:ext>
              </a:extLst>
            </p:cNvPr>
            <p:cNvSpPr/>
            <p:nvPr/>
          </p:nvSpPr>
          <p:spPr>
            <a:xfrm>
              <a:off x="11550314" y="6234494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3" name="Прямоугольник 22">
              <a:extLst>
                <a:ext uri="{FF2B5EF4-FFF2-40B4-BE49-F238E27FC236}">
                  <a16:creationId xmlns:a16="http://schemas.microsoft.com/office/drawing/2014/main" id="{603F68F3-DF8C-A562-8C61-E47E4C1F707E}"/>
                </a:ext>
              </a:extLst>
            </p:cNvPr>
            <p:cNvSpPr/>
            <p:nvPr/>
          </p:nvSpPr>
          <p:spPr>
            <a:xfrm>
              <a:off x="11871157" y="5914720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F5A12898-566D-9A08-25C1-B79AEC797F1D}"/>
                </a:ext>
              </a:extLst>
            </p:cNvPr>
            <p:cNvSpPr/>
            <p:nvPr/>
          </p:nvSpPr>
          <p:spPr>
            <a:xfrm>
              <a:off x="11229471" y="6538226"/>
              <a:ext cx="320843" cy="311753"/>
            </a:xfrm>
            <a:prstGeom prst="rect">
              <a:avLst/>
            </a:prstGeom>
            <a:solidFill>
              <a:srgbClr val="D70734"/>
            </a:solidFill>
            <a:ln>
              <a:solidFill>
                <a:srgbClr val="D7073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3731063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Другая 37">
      <a:dk1>
        <a:sysClr val="windowText" lastClr="000000"/>
      </a:dk1>
      <a:lt1>
        <a:sysClr val="window" lastClr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/>
        <a:ea typeface=""/>
        <a:cs typeface=""/>
      </a:majorFont>
      <a:minorFont>
        <a:latin typeface="PermianSansTypeface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391</Words>
  <Application>Microsoft Office PowerPoint</Application>
  <PresentationFormat>Широкоэкранный</PresentationFormat>
  <Paragraphs>73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22" baseType="lpstr">
      <vt:lpstr>Aptos</vt:lpstr>
      <vt:lpstr>Aptos Display</vt:lpstr>
      <vt:lpstr>Arial</vt:lpstr>
      <vt:lpstr>Golos Text</vt:lpstr>
      <vt:lpstr>Golos Text DemiBold</vt:lpstr>
      <vt:lpstr>PermianSansTypeface</vt:lpstr>
      <vt:lpstr>PermianSerifTypeface</vt:lpstr>
      <vt:lpstr>quote-cjk-patch</vt:lpstr>
      <vt:lpstr>Symbol</vt:lpstr>
      <vt:lpstr>Times New Roman</vt:lpstr>
      <vt:lpstr>Wingdings</vt:lpstr>
      <vt:lpstr>Тема Office</vt:lpstr>
      <vt:lpstr>1_Тема Office</vt:lpstr>
      <vt:lpstr>2_Тема Office</vt:lpstr>
      <vt:lpstr>ПРОГРАММА "КАДРОВОЕ АГЕНТСТВО"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Милена Коробицина</dc:creator>
  <cp:lastModifiedBy>Милена Коробицина</cp:lastModifiedBy>
  <cp:revision>1</cp:revision>
  <dcterms:created xsi:type="dcterms:W3CDTF">2026-01-13T15:48:20Z</dcterms:created>
  <dcterms:modified xsi:type="dcterms:W3CDTF">2026-01-13T17:07:47Z</dcterms:modified>
</cp:coreProperties>
</file>